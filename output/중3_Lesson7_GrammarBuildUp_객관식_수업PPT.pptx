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Grammar Build Up 객관식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137문항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________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 +동사의 과거형, 주어+조동사의 과거형+동사 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________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would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빈칸에는 조동사의 과거형이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were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모두 가정법 과거 문장으로 be동사의 과거형인 were가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_____________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been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'날씨가 더 좋았더라면, 나는 소풍을 갈 수 있었을 텐데.' 가정법 과거완료는 「If+주어+had p.p., 주어+조동사 과거형+have p.p」의 형태로 나타낸다. 주절에 ‘could have gone’이 온 것으로 보아 가정법 과거완료이므로 if절에는 과거완료 ‘had p.p.’가 와야 한다. ‘과거 사실에 대한 반대’를 나타내며, ‘만약 ~했더라면’이라고 해석한다.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didn't know your email address,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write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 your email address, I could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have written to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known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시제로 빈칸에는 had p.p. 형 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if로 시작하는 문장으로 다시 쓸 때, 빈 칸에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have to go to class, so I can't go shopping with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_____________________ go to class, I could go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shopping with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didn't have to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[If+주어+ 동사의 과거형, 주어+조동사의 과거형+동사원 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_____________________,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it were not raining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As I don't have a lot of money, I cannot buy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= If I __________ a lot of money, I __________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had - could buy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p.132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 - could lend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과거형이, (B)에는 조동사의 과거형과 동사원형이 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more exercise, she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 better health.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here right now, he would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「If+주어+동사의 과거형, 주어+ 조동사의 과거형+동사원형」 ※ if절의 be동사는 주어의 인칭과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not tell a lie, we would like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not sick, he could go 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school.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very late for school. He was afraid his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teacher would punish him. He thought, "If I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(A)________ a bird, I (B)________ to school."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were - could fly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were - could fly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 were가, (B)에는 조동사의 과거형과 동사원 형이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wasn't - couldn't see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과거완료는 ‘과거 사실에 대한 반대’를 나타내므로 직설법으로 고치면 ‘과거 동사’를 - 21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worked - would do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if절의 동사에는 과거형이, 주 절의 동사 자리에는 '조동사의 과거형+동사원 형' 형태가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(A)________ enough money, she would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you, I would accept the offer.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- were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주어의 인칭, 수에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p.133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(A)________ your situation, he could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knew - didn't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knew - didn't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두 문장의 의미가 같도록 빈칸 (A), (B)에 들 어갈 말로 가장 적절한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can't buy a car because I don't have enough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→ If I (A)________ enough money, I (B)________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had - could buy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동사의 과거형이 들어가야 하고, (B)에는 조동사의 과거형과 동사원형이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 ⓐ, ⓑ에 들어갈 알맞은 말이 차례대로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670529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How was the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Wonderful. If you ⓐ______________ with us, you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ⓑ______________ a good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716023"/>
            <a:ext cx="443484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come - would have had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come - would have had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대화의 흐름상 과거의 사실에 반대되는 가정을 나타내고 있다. 따라서 문장의 시제는 가정법 과거완료로, 주절에는 ‘조동사의 과거형 +have p.p.’가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Choose the pair that is appropriate for the blanks ⓐ and ⓑ.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• If I have proper tools, I ⓐ_________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• If I had proper tools, I ⓑ_________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will fix - would fix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ⓐ는 조건문으로 현재나 미래에 대한 예상 가능한 사실을 표현할 때 사용된다. ⓑ는 가정법 과거로 현재 사실과 반대되는 상황을 가정할 때 사용된다. [If+주어+과거 동사, 주어+조동사 과거형+동 사원형]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would best fit in the blanks ⓐ and ⓑ?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670529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ⓐ___________ any money, I would have lent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ⓑ__________ very lonely if I didn't have a friend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99655" y="1379982"/>
            <a:ext cx="443484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had - would be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 주절에 ‘would have lent’가 왔으므로, 가정법 과거완료이다. 따라서 if절에는 과거완료 ‘had p.p.’ 형태인 had had가 알맞다. ⓑ ‘if’ 조건절의 시제가 과거이므로, ‘가정법 과거’이다. 그러므로 주절은 ‘과거 조동사+동 사원형(would be)’ 형태가 알맞다.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would not know what to do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p.134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(B), (C)에 들어갈 말로 &lt;보기&gt;에서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8214055" cy="3162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had enough money, (A)_______________________.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found someone's wallet, (B)___________________.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woke up early, (C)_____________________________.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a. I couldn't get better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b. I would be very upset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c. I'd take it to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d. I wouldn't be late for school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e. I could buy a new laptop computer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- (C)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99972"/>
            <a:ext cx="2926080" cy="316229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e - c - 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e - c - d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(A) 내가 돈이 충분히 있다면, 새 노트북을 살수 있을 텐데. (B) 내가 누군가의 지갑을 찾는다면, 경찰서에 가져다 줄 텐데. (C) 내가 일찍 일어난다면, 학교에 늦지 않을 텐데.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a lot of money.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"만약 내가 돈이 많다면, 나는 차를 살 텐데" 라는 뜻으로, 내가 현재 돈이 많지 않음을 나타내고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has enough friends, so she's not lonely.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has enough friends, so she's not lonely.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소라가 말한 것은 "내가 어떤 친구도 없다면, 나는 외로울 텐데"라는 뜻으로, 현재의 상황에 반대되는 것을 가정한 것이다. 즉, 현재 그 녀는 친구가 많고, 외롭지 않다는 것을 의미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________________________________________________________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would call him if I knew his number.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1 - 동사의 과거형+동사원형]을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must start looking for it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him first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him first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________________________________________.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the air would be clean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사실의 반대를 가정하고 있으므로 가정법 과거의 형태가 되어야 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he were here right now, he would help me.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p.135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knew his address, I would write to him.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[If+주어+동사의 과거형, 주어+ 조동사의 과거형+동사원형]의 형태로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were a bird, I would fly to you.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had a sister, I would lend her my clothes.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had thought about money, he would have given up.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사실을 반대로 가정하고 있으므로 가정법 과거완료 「If+주어+had+과거분사 ~, 주어 +조동사 과거형+have+과거분사 …」 형태로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her e-mail address, I could write a letter to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knew her e-mail address, I could write a letter to her.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과거형+동사원형]의 어순을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If you jumped out of a plane, you would have the same experience.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과거형+동사원형]을 이용하여 영작한다.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knew her phone number, I could call her.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내가 현재 그녀의 전화번호가 없어서 전화를못 하는 상황이기 때문에 가정법 과거를 이용 하여 문장을 바꿀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enough time, so I can't swim all day.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'만약 내가 더 많은 시간이 있다면, 나는 하루 종일 수영할 텐데'의 가정법 문장은, 현재 시 점에 나는 시간이 충분하지 않아서 하루 종일 수영을 할 수 없음을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p.136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Since I am sick, I can't go to the party.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문장은 현재의 사실과 반대되는 가정이나, 실현 가능성이 거의 없는 소망을 말할 때 사용되므로, 주어진 가정법 문장과 반대되는 상황을 현재시제로 풀어놓은 문장을 답으로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about your problem, I would have helped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known about your problem, I would have helped you.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사실에 대한 반대를 가정하고 있으므로, 가정법 과거완료로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Kevin sang well, he would join the music club.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상황(Kevin이 노래를 잘한다면, 음악 동아리에 가입할 텐데)을 나타내는 가정법 과거 [If+주어+동사의 과거형, 주어+ 조동사의 과거형+동사원형]의 어순을 취한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As he doesn't know her phone number, he can't call her up.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문장으로, 현재 시점에서 반대되는 상황을 직설법 문장으로 바꾼 보기가 정답이 된다. - 22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As we don't know how to swim, we can't have more fun.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「If+주어+과거 동사, 주어+조동 사의 과거형+동사원형」 ~라면 …할 텐데 (현재 사실과 반대되는 상황을 가정)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we had arrived in time, we could have caught the bus.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과거의 사실과 반대되는 가정이나, 과거에 실현 가능성이 희박했던 소망을 말할 때 사용되는 가정법 과거완료 시제 「If+주어+had+과거 분사 ~, 주어+조동사 과거형+have+과거분사 …」 형태로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p.137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my little sister often lay down on the ground, her clothes wouldn't usually be kept clean.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상황(내 여동생이 자주 땅에 눕는다면, 옷이 보통 깨끗하지 않을 텐데)을 나타내는 가정법 과거 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were not poor, he could buy an expensive car.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doesn't have a key, so he can't open the door.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표현했으므로 현재 사실에 대해 나타내는 것을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Tom were rich, he could buy a building.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상황(Tom이 부자라면 빌딩을 살 수 있을 것이다)을 나타내는 가정법 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is busy, so he can't go to the movies.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반대를 나타낸다. 'If he were not busy, he could go' → 현재 바쁘기 때문에 갈 수 없다는 뜻이므로 He is busy, so he can't go to the movies.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went to Africa, I could help poor children there.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As it rains hard, we don't play outside.
→ If it doesn't rain hard, we would play outside.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if절의 동사는 과거형으로 써야 한다. doesn't는 didn't로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p.138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A: The exam was so difficult that she got a low score.
B: If the exam had been difficult, she would have gotten a low score.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가정법 과거완료(If+주어+had+과거분사 ~, 주어+조동사 과거형+have+과거분사 …)는 과거 사실을 반대로 가정한 것이므로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B의 답변을 'If the exam had not been difficult, she would not have gotten a low score.'로 바꿔야 옳다.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①, ③은 가정법 과거로, 현재의 사실과 반대되거나 현재에 일어나지 않은 일을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He is not strong, so he can't carry this box.
→ If he is strong, he can carry this box.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①번 문장의 의미가 같으려면 If he were strong, he could carry this box.로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 don't know him, so I can't introduce him to you.
→ If I knew him, I could introduce him to you.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→ If it didn't rain, I wouldn't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→ If I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→ She isn't kind, so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→ If I had wings, I could fly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As there are so many cars, there is so much air pollution.
→ There wouldn't be so much air pollution if there weren't so many cars.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가정법 과거완료 시제로 주절이 could have p.p. 형태가 되어야 하므로 wrote는 written으로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② 가정법 과거시제로 주절이 'could+동사원형' 형태가 되어야 하므로 have gone은 go로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가정법 과거완료 시제로 if절이 had p.p. 형태가 되어야 하므로 wasn't는 had not been으로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가정법 과거완료 시제로 if절이 had p.p. 형태가 되어야 하므로 weren't는 had not been으로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If I were born in America, I could speak English fluently.
= I was born in America, but I can't speak English fluently.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반대이므로 ⑤는 'I wasn't born in America, so I can't speak English fluently.'와 같은 의미이다.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It's raining, so I won't go for a walk.
→ If it weren't raining, I'd go for a walk.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300" b="0" i="0" u="none">
                <a:solidFill>
                  <a:srgbClr val="152A4A"/>
                </a:solidFill>
                <a:latin typeface="맑은 고딕"/>
              </a:rPr>
              <a:t>① →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③ → If my mom were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④ → If you came, I would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⑤ → If he were very good at playing basketball, he could become a professional player.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p.139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He wasn't honest, so they didn't trust him.
→ If he had been honest, they would trust him.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과거의 일에 대한 반대 상황을 가정하고 있으므로, 가정법 과거완료로 표현한다.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이때 if절은 'had p.p.', 주절에는 '조동사의 과거형+have p.p.'가 와야 하므로 would trust를 would have trusted로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①, ② 가정법 과거 / ③, ④, ⑤ 가정법 과거완료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If I knew his address, I could send him a letter.
→ As I didn't know his address, I couldn't send him a letter.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과거이므로 현재 사실의 반대를 나타낸다. 따라서 didn't → don't, couldn't → can't로 해야 서로 비슷한 의미가 성립된다.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you get here before eight, you can catch the early train.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you get here before eight, you can catch the early train.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⑤의 if는 일어날 가능성이 있는 가정법 현재시제의 if이다.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ⓐ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과거의 문장이므로 were가 들어가야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don't have any friends, I would be lonely.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주절이 would be lonely인 가정법 과거 문장이므로 if절의 동사도 과거형 didn't have로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a dog runs after me, I would run away.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a dog runs after me, I would run away.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if절의 동사는 과거형으로 써야 한다. runs는 과거형 ran으로 고친다.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 enough money, he bought the latest phone.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he had enough money, he bought the latest phone.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주절의 문장은 [조동사의 과거형+동사원형]이 사용되어야 한다. he would buy the latest phone으로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If I had known your address, I could have sent you a card.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200" b="0" i="0" u="none">
                <a:solidFill>
                  <a:srgbClr val="152A4A"/>
                </a:solidFill>
                <a:latin typeface="맑은 고딕"/>
              </a:rPr>
              <a:t>① could solve all the questions → could have solved all the questions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② would have been very happy → would be very happy (가정법 과거)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③ would have not eaten → would not have eaten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⑤ would have able to finish → would have been able to finish (가정법 과거완료)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she worked hard, she would not fail.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had had →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would have flown → would fly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p.140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Steven would get a perfect grade if he studied harder.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will은 조동사의 과거형인 would로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can은 조동사의 과거형인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과거이므로 과거형 동사 met으로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What would you say if you were my brother?가 올바른 표현이다.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a car, I picked you up.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had a car, I picked you up.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주절은 I would pick you up으로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Jenny were healthy, she could travel with us.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 rain →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would have gone → would 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could have seen → could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My friend would be very upset if I hitted him.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hit의 과거형은 hit이다.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heard the weather report, I would have brought my umbrella.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가정법 과거완료 시제로 주절은 I would have been a star로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가정법 과거완료 시제로 if절의 동사는 had p.p.를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how to dance, I would go to the dance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knew how to dance, I would go to the dance party.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In fact, he witnessed the car accident. But he acts as if he hadn't witnessed 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'He doesn't know you are in the hospital.'은 현재 시점의 일이므로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'I'm sorry I don't have a twin brother.'는 현재 시점의 소망이므로 I wish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주절보다 과거인 상황의 일이므로 I wish 가정법 과거완료 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과거 시점의 일이므로 가정법 과거완료 시제로 표현해야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She would be sad if she hears the news.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hears →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p.141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What would you do if it rained on your wedding day?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② know →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isn't → weren't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shared → would share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is good, we'll have the party outside.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If I won the lottery, I would buy a cool sports car. / ⑤ If the weather is good, we'll have the party outside.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가정법 과거로, 주절의 동사는 would be hired가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조동사 could 다음엔 동사원형 have가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가정법 과거로, if절의 동사는 did not have가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ocean water weren't salty, people drank it. / ③ If I know your address, I would mail this letter today.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know → knew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she heard the news, she would be pleased. / ④ If he had come to my party, I would have been happy.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② would employ → would have employed ('그녀가 영어를 잘했다면, 나는 그녀를 고용했을 텐데.')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would write → would have written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could catch → could have caught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 현재 사실에 대한 아쉬움을 나타내는 가정법 과거 문장이므로 「If+S+과거 동사, S+조동사 과거형+동사원형」으로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I had told you the truth, you would not believe 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 문장으로 주절은 you would not have believed it으로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it was sunny, we would go on a picnic.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two bikes, I would gave you 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an umbrella, I would go out in the 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were you, I would exercise harder.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spend my whole day answering letters, what would happen?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it was sunny, we would go on a picnic. → was 대신 were로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had two bikes, I would gave you one. → would 다음에는 동사원형 give를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spend my whole day answering letters, what would happen? → if절의 동사를 과거형 spent로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4729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15974"/>
            <a:ext cx="8214055" cy="314629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If he were not busy, he would come to my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(B) If Minju comes tomorrow, I won't let her leave me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(C) If she can travel in space, she would go to Mars.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(D) If I were a doctor, I help the poor around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(E) If you listened to the lecture, you will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(F) If ocean water weren't salty, people drank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(G) If I have brothers, I would be happier.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15974"/>
            <a:ext cx="2926080" cy="314629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(C)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(D) help → would help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(E)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(F)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(G)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p.142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15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How many sentences are grammatically wrong among ⓐ~ⓙ?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3970"/>
            <a:ext cx="8214055" cy="279958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ⓐ If I were you, I would help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ⓑ If she sings well, she could join our band.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ⓒ Without water, we could not live.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ⓓ What will you do if you were in my shoes?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ⓔ If she were in London, she can attend her cousin's wedding.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ⓕ If he studied harder, he might pass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ⓖ If you did not help me, I cannot finish this project.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ⓗ If you explain the situation to Minho, he will understand.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ⓘ If I had a million dollars, I will buy you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ⓙ If I have a magic cooker, I could cook rice for the poor.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83970"/>
            <a:ext cx="2926080" cy="279958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12927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266437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6개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061965"/>
            <a:ext cx="11277295" cy="1613154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ⓑ 가정법 과거 문장으로 if절의 동사를 과거형 sang으로 고치던지, 아니면 단순 조건문으로 could를 can으로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ⓓ 가정법 과거 문장으로 주절에서 조동사를 과거형 would로 바꿔야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ⓔ 주절의 can은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ⓖ 주절의 cannot은 could not으로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ⓘ 주절의 will은 would로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ⓙ if절의 동사는 과거형 had로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ⓐ If I had a robot, I would make it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ⓑ If there were a flying car, we would not late for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ⓒ If I saw a famous actor in the street, I would ask him to take a picture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ⓓ If I were a poet, I would described this world with a beautiful poem.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ⓔ If I finded a bag full of money under a tree, I would take it to the police.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ⓐ, ⓒ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ⓑ would not be late의 형태가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ⓓ 조동사 would 다음에 동사원형 describe가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ⓔ find의 과거형은 found이다.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p.143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51966"/>
            <a:ext cx="8214055" cy="28569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you want to keep a secret, you must also hide it from yourself.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done any part-time jobs while I was at school, I would have gain some work experience.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Had I known Woobin was in the hospital, I would sent him some flowers.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 weather was sunny, we will go to the zoo.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 always pay my bills on time. If I don't, I will get into a lot of trouble.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there will be only a breeze in the sauna, the atmosphere wouldn't be quite so unbearable.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He will move into a new house if it had been completed by then.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it had been another person, it wouldn't have been so shocking.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51966"/>
            <a:ext cx="2926080" cy="2856992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15467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291838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3개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087366"/>
            <a:ext cx="11277295" cy="1587753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I had done any part-time jobs while I was at school, I would have gained some work experience.'가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'Had I known Woobin was in the hospital, I would have sent him some flowers.'가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 weather was sunny, we would go to the zoo.'가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there were only a breeze in the sauna, the atmosphere wouldn't be quite so unbearable.'이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'He would have moved into a new house if it had been completed by then.'이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__________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that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 that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의미의 목적을 나타내는 접 속사 자리이므로 'so that'이 적절하다. 「so that+주어+can/could+동사원형」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______________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traveled to Jeju Island to take pictures of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traveled to Jeju Island ___________ that he ___________ take pictures of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부사적 용법과 같은 의미가 되어야 하므로 ‘~하기 위해서’라는 의미를 나타내는 「so that+주어+can/could+동사원형」을 사용한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__________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could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that+주어+can/could+동사원형」의 형태로, 주절의 시제가 과거이기 때문에 could가 들어 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 that / ④ in order that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의미를 나타내는 「so that+주어+동사」는 「in order that+주어+ 동사」과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바르게 연결된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 quit his job to take care of his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= He quit his job ________ that he ________ take care of his baby.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that+주어+can/could+동사원형」: ~하기 위 해서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____________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in order to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= in order to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한 문장으로 연결할 때 빈칸에 들어 갈 말로 알맞은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wanted to learn to read and write.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invented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King Sejong invented Hangeul __________________ all Koreans could learn to read and write.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목적을 나타내는 so that은 「so that+주어 +can/could+동사원형」의 구조로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p.144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 ‘~할 수 있도록’ 「so+형용사/부사+that+주어+can/could」 ‘너무 ~해서 ...하다’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he invented it so that we can 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other people in different places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other people in different places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전화기의 발명으로 우리가 할 수 있게 된 것 은 ⑤번 보기의 내용이 적합하다.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 was nervous, so that I could hardly speak.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①은 결과를 나타내는 so that으로 앞의 문장 이 확실한 원인이고, so that 뒤의 문장이 그 에 따르는 결과이다. 이 때 so that은 ‘그 결 과 ~하다’라는 의미이다. 나머지 so that은 ‘~ 하기 위해서‘의 의미로 목적을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exercise hard so that I can lose weight.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studied hard so that I could pass the test.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in your report so that I can comment on 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Sam woke up early so that he would not miss the train.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③ Sam woke up early so as not to miss the train. / ⑤ Sam woke up early so that he would not miss the train.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부정은 to앞에 not을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works hard so that he can support his family.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 can understand you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 can understand you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‘우리가 네 말을 알아들을 수 있도록 천천히 말해달라.’가 되어야 하므로 ⑤번이 정 답이 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p.145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that I can help the poor children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 → could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could focus on reading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could focus on reading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as to get a good seat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 (A)~(E)에 들어갈 단어로 적절하 지 않은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Andy (A)_______ to bed early in order that he could wake up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I'll (B)_______ here in order that you (C)_______ find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Bell (D)_______ the telephone in order that people could (E)_______ to each other in different places.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(C) could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주절의 시제가 will의 미래시제로 that절의 시 제는 과거형(could)이 쓰일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We'll do our best so that we can win the game.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We'll do our best so that we can win the game.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위해서’의 뜻을 나타내는 「so that+주 어+can/could+동사원형」의 형태로 제시된 것 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She studied hard so as to pass the exam.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위해서’란 뜻으로 so as to를 사용할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go jogging every morning enough to keep healthy.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p.146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문장의 빈칸 (가)~(라)에 들어갈 말을 &lt;보기&gt; 에서 골라 순서대로 나열한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9972"/>
            <a:ext cx="8214055" cy="3162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Jenny is saving her money (가)________________.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He watches American movies (나)________________.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He went out the back door (다) 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She will go abroad (라)________________.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so that he can improve his listening skills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(B) so that nobody could see him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(C) so that she can fix her bike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(D) so that she can study 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299972"/>
            <a:ext cx="2926080" cy="316229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(C), (A), (B), (D)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글의 밑줄 친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Hi, David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How's your new school? Yesterday was our Sports Day. Tom and I entered "Egg and Spoon Race", but we dropped our eggs during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소윤이는 계란을 떨어트리지 않기 위해 매우 조심했다.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She did it. Please tell me about your school. I miss you so much.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Your friend, Alice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Soyun was very careful so that she wouldn't drop the egg.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Soyun was very careful so that she wouldn't drop the egg.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that구문을 이용하여 적절하게 영작한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Tom couldn't get in the theater so that he had left his ticket at home.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앞의 문장이 결과이고 so that 이하의 내용의 그 원인이므로 because가 오는 것이 자연스 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turned on the TV so that she could watch the news.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She turned on the TV so as to watch the news. / ⑤ She turned on the TV so that she could watch the news.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gave him a knife so that he couldn't peel the fruit.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‘I gave him a knife because he could peel the fruit.’가 되어야 자연스럽다.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He reads many books about writing.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나머지 보기는 모두 ‘그는 작가가 되기 위해서 많은 책을 읽는다.’라는 뜻이고, ①번 보기만 ‘그는 글쓰기에 관한 많은 책을 읽는다.’라는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studied so hard that he could pass the exam.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③번 보기는 ‘그는 아주 열심히 공부해서 시험 을 통과할 수 있었다.’라는 뜻이다. 나머지 보 기는 모두 ‘그는 시험에 통과하기 위해 열심히 공부했다.’라는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He tries so hard that he can achieve his goal.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p.147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woke up so early that I didn't miss the bus.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「so+형용사/부사+that+주어+동사」: 너무 ~해 서 …하다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목적을 나타내는 to부정사의 부사적 용법 : ~하기 위해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② 「so that+주어+동사」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④ 「so as to+동사원형」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⑤ 「in order that+주어+동사」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finished my job quickly because I went home early.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finished my job quickly because I went home early.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⑤번 보기는 ‘나는 집에 일찍 갔기 때문에 일 을 빨리 끝마쳤다.’라는 의미이며 나머지는 ‘나는 집에 일찍 가기 위해 일을 빨리 끝마쳤 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Please leave your phone number so that she can't call you back.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can't → can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practiced too hard to learn difficult tricks.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She took a taxi so that she wouldn't be late for work.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‘목적’을 나타내고 있으므로 so that구문으로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got up early so that he could catch the first bus.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as to+동사원형」는 ‘~하기 위해서’라는 뜻으로 「so that+주어+can/could+동사원형」 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worked hard so that he might make more money.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worked hard so that he might make more money.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‘그는 더 많은 돈을 벌기 위해서 열심히 일했 다’라는 뜻이다.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그는 열심히 일해서 더 많은 돈을 벌 수 있었다.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② 그가 더 많은 돈을 벌기란 어려웠다.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③ 그가 열심히 일했음에도 불구하고, 그는 더 많은 돈을 벌 수 없었다.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④ 그는 열심히 일했고, 그래서 더 많은 돈을 벌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that we could take a long vacation.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in order to take a long vacation. / ⑤ in order that we could take a long vacation.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문장의 밑줄 친 부분은 목적을 나 타내는 to부정사의 부사적 용법으로 ‘~하 기 위해서’라는 의미이므로 「in order to」나 「in order that」구문으로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p.148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saved so much money that he couldn‘t buy a bike.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saved so much money that he couldn‘t buy a bike.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문장과 보기들은 모두 ‘그는 자전거를 사기 위해서 돈을 모았다’라는 뜻이지만, ⑤번 보기는 ‘그는 너무 많은 돈을 저축해서 자전 거를 사지 못했다’라는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went to the mall, and she bought a new pair of shoes.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went to the mall, and she bought a new pair of shoes.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⑤는 ‘그녀는 몰에 가서 새 신발을 한 켤레 샀 다.’는 의미이나 나머지는 ‘그녀는 새 신발 한 켤레를 사기 위해 몰에 갔다.’는 의미이다.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left early, so I could avoid the rush hour.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 left early to avoid the rush hour.
= I left early, so I could avoid the rush hour.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Fasten your seat belt so that you may not get hurt.
= Fasten your seat belt to get hurt.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 get hurt → not to get hurt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He turned down the radio so that I could get to sleep.
= He turned down the radio in order to get to sleep.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so that I could get to sleep.(그는 내가 잘 수 있도록 라디오 를 줄여줬다.)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in order to get to sleep.(그는 자기 위해서 라디오를 줄였다.)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Many parents ask their children not to hang out with bad friends.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not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so as to →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so as to not → so as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the fish carefully so as to it won't burn.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→ so that[in order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p.149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Watch out so as not to falling.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falling → fall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ran to the bus stop in order to he could catch.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ran to the bus stop in order to he could catch.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in order to → in order that[so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 woke up early so that I will not be late. / ② He was so wisdom that he was able to solve it.</a:t>
            </a:r>
          </a:p>
        </p:txBody>
      </p:sp>
      <p:sp>
        <p:nvSpPr>
          <p:cNvPr id="9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I woke up early so that I would not be late.가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He was so wise that he was able to solve it.이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3980"/>
            <a:ext cx="8214055" cy="30982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She is so wise that everyone respects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(B) He tried his best so that he can win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(C) Speak too clearly that they can understand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(D) She was very careful so that she wouldn't drop the egg.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(E) We saved lots of money that we could take a long vacation.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63980"/>
            <a:ext cx="2926080" cy="309829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(A), (D)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(B) 주절의 시제가 과거이므로 종속절의 시제 도 과거형인 could로 써야 한다. (C) too는 so로 고쳐야 한다. (E) that 앞에 so를 써줘야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A. He was so wisdom that he was able to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B. I drove fast so that he can get there in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C. The kids practiced hard so as to win the game.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D. I walked to school so that I could save 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E. Jack skipped the dinner in order that fit in the new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F. She's staying in the US so that she can improve her English.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C, D, F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원본 문제 p.150  ·  정답·해설 p.156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(가), (나)에서 문장을 하나씩 골라 &lt;조건&gt;에 맞게 자연스러운 문장을 만들고자 한다. 연결되지 않고 남는 것끼리 묶인 것은?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&lt;조건&gt;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1. (가), (나)에 주어진 문장은 한 번씩만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2. 'so that'을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(가)  ⓐ I started to practice dancing.   ⓑ Andy went to bed early.   ⓒ Jenny ran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(나)  ⓓ He could wake up early.   ⓔ I could see him last year.   ⓕ I could join the dance club.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ⓒ, 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ⓒ, ⓔ</a:t>
            </a:r>
          </a:p>
        </p:txBody>
      </p:sp>
      <p:sp>
        <p:nvSpPr>
          <p:cNvPr id="11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ⓐ-ⓕ I started to practice dancing so that I could join the dance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ⓑ-ⓓ Andy went to bed early so that he could wake up early.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