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 u="none">
                <a:solidFill>
                  <a:srgbClr val="FFFFFF"/>
                </a:solidFill>
                <a:latin typeface="맑은 고딕"/>
              </a:rPr>
              <a:t>Lesson 7  Grammar Build Up 객관식 · so that ~ can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 u="none">
                <a:solidFill>
                  <a:srgbClr val="CFD8E8"/>
                </a:solidFill>
                <a:latin typeface="맑은 고딕"/>
              </a:rPr>
              <a:t>7 개정 중3 NE능률(김성곤)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 u="none">
                <a:solidFill>
                  <a:srgbClr val="AEBBD0"/>
                </a:solidFill>
                <a:latin typeface="맑은 고딕"/>
              </a:rPr>
              <a:t>총 53문항 · 클릭 → 정답 공개 → 클릭 → 정답 이유 공개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우리말과 일치하도록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건강을 유지하기 위해 매일 운동을 한다.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He exercises every day __________ he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but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 that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so that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‘~하기 위해서’라는 의미의 목적을 나타내는 접 속사 자리이므로 'so that'이 적절하다. 「so that+주어+can/could+동사원형」 ‘~하기 위해서’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알맞은 말은?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often walks his dog ______________ it can stay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because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as long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although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so that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문장과 같은 의미가 되도록 빈칸에 들 어갈 말로 알맞은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821405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traveled to Jeju Island to take pictures of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traveled to Jeju Island ___________ that he ___________ take pictures of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716023"/>
            <a:ext cx="292608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 -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too -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too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so - will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so - could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to부정사의 부사적 용법과 같은 의미가 되어야 하므로 ‘~하기 위해서’라는 의미를 나타내는 「so that+주어+can/could+동사원형」을 사용한 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Wow! What a nice bike!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I saved money so that I __________ buy this new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may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might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could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「so that+주어+can/could+동사원형」의 형태로, 주절의 시제가 과거이기 때문에 could가 들어 가야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수 있는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went to a bookstore __________ I could buy some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books.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in order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so as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in order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so that / ④ in order that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‘~하기 위해서’라는 의미를 나타내는 「so that+주어+동사」는 「in order that+주어+ 동사」과 바꾸어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6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주어진 문장과 같은 의미가 되도록 빈칸에 들 어갈 말로 바르게 연결된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He quit his job to take care of his baby.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= He quit his job ________ that he ________ take care of his baby.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so -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in - will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in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so -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so - will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so - could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「so that+주어+can/could+동사원형」: ~하기 위 해서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7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문장이 같은 의미가 되도록 빈칸에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donated some money so as to help the poor.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= She donated some money ____________ help the poor.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such 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even more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spite 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as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in order 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in order to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so as to = in order to ‘~하기 위해서’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8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84734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두 문장을 한 문장으로 연결할 때 빈칸에 들어 갈 말로 알맞은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6023"/>
            <a:ext cx="8214055" cy="2746247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All Koreans wanted to learn to read and write. So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King Sejong invented Hangeul.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→ King Sejong invented Hangeul __________________ all Koreans could learn to read and write.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716023"/>
            <a:ext cx="2926080" cy="2746247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 as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such that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in order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enough 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so that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목적을 나타내는 so that은 「so that+주어 +can/could+동사원형」의 구조로 쓰인다.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p.144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9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빈칸에 공통으로 들어갈 말로 가장 적 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Please turn off the light __________ that I can sleep.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It was __________ easy question that I could answer.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too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enough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completely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so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「so that+주어+can/could+동사원형」 ‘~할 수 있도록’ 「so+형용사/부사+that+주어+can/could」 ‘너무 ~해서 ...하다’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10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대화의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A: Bell invented the telephone, didn't he?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B: Yes, he invented it so that we can 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buy a new bike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get a good grade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read and write easily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go to other places quickly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talk to other people in different places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talk to other people in different places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전화기의 발명으로 우리가 할 수 있게 된 것 은 ⑤번 보기의 내용이 적합하다.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11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one has a different usage from the others?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was nervous, so that I could hardly speak.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Speak louder so that everyone can hear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ran so that she could get there on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jog every day so that I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drinks milk every day so that he can grow taller.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I was nervous, so that I could hardly speak.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①은 결과를 나타내는 so that으로 앞의 문장 이 확실한 원인이고, so that 뒤의 문장이 그 에 따르는 결과이다. 이 때 so that은 ‘그 결 과 ~하다’라는 의미이다. 나머지 so that은 ‘~ 하기 위해서‘의 의미로 목적을 나타낸다.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12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살을 빼기 위해 열심히 운동한다.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exercise so hard what I can lose weight.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exercise so hard that I can lose weight.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exercise hard so that I can lose weight.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lose weight so that I can exercise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lose weight in order to exercise hard.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 exercise hard so that I can lose weight.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13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나는 시험에 합격하기 위해 열심히 공부했다.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studied so hard what I passed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studied so hard that I passed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studied hard so that I could pass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passed the test so that I could study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passed the test in order to study hard.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 studied hard so that I could pass the test.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14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우리말에 맞도록 알맞게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제가 코멘트를 할 수 있게 보고서를 내주세요.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Turn in your report such that I can comment on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Turn in your report so that I can comment on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Hand in your report, so I can comment with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Hand in your report, that I comment with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Turn your report so that I can comment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Turn in your report so that I can comment on it.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15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우리말에 맞게 영작한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Sam은 그 기차를 놓치지 않기 위해 일찍 일어났다.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Sam woke up early to not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Sam woke up early in order to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Sam woke up early so as not to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Sam woke up so early that he could not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Sam woke up early so that he would not miss the train.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③ Sam woke up early so as not to miss the train. / ⑤ Sam woke up early so that he would not miss the train.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to부정사의 부정은 to앞에 not을 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16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영어로 바르게 옮긴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그는 그의 가족을 부양하기 위해 열심히 일한다.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works too hard to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works enough hard to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works hard so that he can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works so hard that he can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works hard so as that he can support his family.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works hard so that he can support his family.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17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빈칸에 들어갈 말로 가장 적절한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Please speak slowly so that 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 can see you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we won't be late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 can get well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 won't get sick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we can understand you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we can understand you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의미상 ‘우리가 네 말을 알아들을 수 있도록 천천히 말해달라.’가 되어야 하므로 ⑤번이 정 답이 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p.145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18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saved money _____________________________________.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for the purpose of taking a trip next year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as to be a millionaire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order to start a business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that I can help the poor children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to buy a new MP3 player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so that I can help the poor children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can → could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19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빈칸에 들어갈 말로 알맞은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I turned off the radio so that ______________________.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could keep in shape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could travel to Europe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could water the flowers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could catch the school bus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could focus on reading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 could focus on reading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20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밑줄 친 부분과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They started early so that they could get a good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seat.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in order that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as to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order to they could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so as to they could get a good seat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to they could get a good seat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so as to get a good seat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21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51130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빈칸 (A)~(E)에 들어갈 단어로 적절하 지 않은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9982"/>
            <a:ext cx="8214055" cy="308228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Andy (A)_______ to bed early in order that he could wake up early.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I'll (B)_______ here in order that you (C)_______ find 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Bell (D)_______ the telephone in order that people could (E)_______ to each other in different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79982"/>
            <a:ext cx="2926080" cy="308228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(A) went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(B) wait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(C) could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(D) invented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(E) talk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(C) could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주절의 시제가 will의 미래시제로 that절의 시 제는 과거형(could)이 쓰일 수 없다.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22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우리는 게임을 이기기 위해서 최선을 다할 것이다.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We'll do our best so that winning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We'll do our best so that can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We'll do our best in order to we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We'll do our best in order to can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We'll do our best so that we can win the game.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We'll do our best so that we can win the game.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‘~하기 위해서’의 뜻을 나타내는 「so that+주 어+can/could+동사원형」의 형태로 제시된 것 이 정답이다.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23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그녀는 시험에 통과하기 위해서 열심히 공부했다.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studied so hard that she couldn't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studied so hard that she could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studied hard as if she passed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studied hard so as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studied too hard to pass the exam.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She studied hard so as to pass the exam.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‘~하기 위해서’란 뜻으로 so as to를 사용할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24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주어진 두 문장을 한 문장으로 쓸 때 의미가 다른 하나는?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go jogging every morning.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• I want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go jogging every morning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go jogging every morning so as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go jogging every morning in order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go jogging every morning enough to keep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go jogging every morning so that I can keep healthy.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I go jogging every morning enough to keep healthy.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p.146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25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3129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u="none">
                <a:solidFill>
                  <a:srgbClr val="1E2A4A"/>
                </a:solidFill>
                <a:latin typeface="맑은 고딕"/>
              </a:rPr>
              <a:t>다음 문장의 빈칸 (가)~(라)에 들어갈 말을 &lt;보기&gt; 에서 골라 순서대로 나열한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9972"/>
            <a:ext cx="8214055" cy="3162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Jenny is saving her money (가)________________.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He watches American movies (나)________________.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He went out the back door (다) 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• She will go abroad (라)________________.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&lt;보기&gt;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(A) so that he can improve his listening skills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(B) so that nobody could see him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(C) so that she can fix her bike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(D) so that she can study 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299972"/>
            <a:ext cx="2926080" cy="3162299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① (A), (B), (C),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② (A), (C), (D), (B)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③ (B), (D), (A), (C)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④ (C), (A), (B),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222222"/>
                </a:solidFill>
                <a:latin typeface="맑은 고딕"/>
              </a:rPr>
              <a:t>⑤ (C), (D), (A), (B)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(C), (A), (B), (D)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26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1E2A4A"/>
                </a:solidFill>
                <a:latin typeface="맑은 고딕"/>
              </a:rPr>
              <a:t>다음 글의 밑줄 친 우리말을 바르게 영작한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Hi, David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How's your new school? Yesterday was our Sports Day. Tom and I entered "Egg and Spoon Race", but we dropped our eggs during the race.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소윤이는 계란을 떨어트리지 않기 위해 매우 조심했다.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She did it. Please tell me about your school. I miss you so much.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Your friend, Alice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① Soyun was so careful and she wouldn't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② Soyun was so careful but she wouldn't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③ Soyun was very careful so that she would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④ Soyun was so careful that she wouldn't drop the egg.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>
                <a:solidFill>
                  <a:srgbClr val="222222"/>
                </a:solidFill>
                <a:latin typeface="맑은 고딕"/>
              </a:rPr>
              <a:t>⑤ Soyun was very careful so that she wouldn't drop the egg.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Soyun was very careful so that she wouldn't drop the egg.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so that구문을 이용하여 적절하게 영작한 문 장을 고른다.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27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문장의 밑줄 친 so that의 쓰임이 흐름상 어 색한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Our teacher brought a DVD so that we could watch a movie together.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Giho made some cookies the night before so that we could eat them while we watched the movie.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Hajin took some pictures during the party so that we could remember the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Tom couldn't get in the theater so that he had left his ticket at home.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We sang a song for our teacher so that she would know how much we loved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④ Tom couldn't get in the theater so that he had left his ticket at home.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앞의 문장이 결과이고 so that 이하의 내용의 그 원인이므로 because가 오는 것이 자연스 럽다.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28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문장과 의미가 같은 것을 모두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turned on the TV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turned on the TV in order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turned on the TV so as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turned on the TV in order not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turned on the TV so that she can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turned on the TV so that she could watch the news.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② She turned on the TV so as to watch the news. / ⑤ She turned on the TV so that she could watch the news.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29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의미상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took a taxi so that he wouldn't be late.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gave him a knife so that he couldn't peel the fruit.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tried his best so that he could win the contest.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This flower opens up in fine weather so that it can get lots of sunlight.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turned off the TV so that my brother could focus on his study.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I gave him a knife so that he couldn't peel the fruit.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의미상 ‘I gave him a knife because he could peel the fruit.’가 되어야 자연스럽다.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30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문장의 의미가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reads many books about writing.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reads many books to be a writer.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reads many books so as to be a writer.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reads many books in order to be a writer.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reads many books so that he can be a writer.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He reads many books about writing.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나머지 보기는 모두 ‘그는 작가가 되기 위해서 많은 책을 읽는다.’라는 뜻이고, ①번 보기만 ‘그는 글쓰기에 관한 많은 책을 읽는다.’라는 뜻이다.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31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문장의 의미가 나머지 넷과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studies hard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studies hard so as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studied so hard that he could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studies hard in order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studies hard in order that he can pass the exam.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studied so hard that he could pass the exam.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③번 보기는 ‘그는 아주 열심히 공부해서 시험 을 통과할 수 있었다.’라는 뜻이다. 나머지 보 기는 모두 ‘그는 시험에 통과하기 위해 열심히 공부했다.’라는 뜻이다.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32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following has a different meaning from the others?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tries harder so that he can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tries harder in order that he can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tries harder in order to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tries so hard that he can achieve his goal.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tries harder so as to achieve his goal.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He tries so hard that he can achieve his goal.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p.147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33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의미가 다른 하나는?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woke up early not to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woke up early so that I wouldn't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woke up so early that I didn't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woke up early so as not to miss the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woke up early in order that I wouldn't miss the bus.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I woke up so early that I didn't miss the bus.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「so+형용사/부사+that+주어+동사」: 너무 ~해 서 …하다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① 목적을 나타내는 to부정사의 부사적 용법 : ~하기 위해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= ② 「so that+주어+동사」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= ④ 「so as to+동사원형」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= ⑤ 「in order that+주어+동사」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34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문장의 의미가 다른 하나는?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finished my job quickly so as to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finished my job quickly to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finished my job quickly so that I could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finished my job quickly in order that I could go home early.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finished my job quickly because I went home early.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I finished my job quickly because I went home early.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⑤번 보기는 ‘나는 집에 일찍 갔기 때문에 일 을 빨리 끝마쳤다.’라는 의미이며 나머지는 ‘나는 집에 일찍 가기 위해 일을 빨리 끝마쳤 다.’라는 뜻이다.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35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중 의미가 어색한 하나를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I listen to English radio programs so that I can improve my listening skills.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He worked day and night so that he could make enough money to support his family.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Please leave your phone number so that she can't call you back.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We should travel on public transportation so that we can save energy.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Miran hurried outside so that she could see her friend leaving.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③ Please leave your phone number so that she can't call you back.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can't → can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36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following has a different meaning from the others?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practiced hard so that he could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practiced hard in order that he could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practiced too hard to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practiced hard so as to learn difficult tricks.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practiced hard to learn difficult tricks.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practiced too hard to learn difficult tricks.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37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She took a taxi not to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took a taxi so she was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took a taxi so that she wouldn't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took a taxi in order that she would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took a taxi so that she is about to be late for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took a taxi in order that she was going to be late for work.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She took a taxi so that she wouldn't be late for work.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‘목적’을 나타내고 있으므로 so that구문으로 바꿔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38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got up early so as to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got up early,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If he got up early,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got up early so that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got up so early that he could catch the first bus.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Although he got up early, he couldn't catch the first bus.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③ He got up early so that he could catch the first bus.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「so as to+동사원형」는 ‘~하기 위해서’라는 뜻으로 「so that+주어+can/could+동사원형」 으로 바꿔 쓸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39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같은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worked hard to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worked so hard that he could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It was hard for him to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Though he worked hard, he couldn't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worked hard, so he could make more money.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worked hard so that he might make more money.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He worked hard so that he might make more money.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000" b="0" i="0" u="none">
                <a:solidFill>
                  <a:srgbClr val="152A4A"/>
                </a:solidFill>
                <a:latin typeface="맑은 고딕"/>
              </a:rPr>
              <a:t>‘그는 더 많은 돈을 벌기 위해서 열심히 일했 다’라는 뜻이다.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① 그는 열심히 일해서 더 많은 돈을 벌 수 있었다.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② 그가 더 많은 돈을 벌기란 어려웠다.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③ 그가 열심히 일했음에도 불구하고, 그는 더 많은 돈을 벌 수 없었다.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u="none">
                <a:solidFill>
                  <a:srgbClr val="152A4A"/>
                </a:solidFill>
                <a:latin typeface="맑은 고딕"/>
              </a:rPr>
              <a:t>④ 그는 열심히 일했고, 그래서 더 많은 돈을 벌 수 있었다.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40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밑줄 친 부분과 의미가 같은 것은? (정답2개)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We saved a lot of money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in order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so as not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in order that to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in order to we can take a long vacation.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in order that we could take a long vacation.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① in order to take a long vacation. / ⑤ in order that we could take a long vacation.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주어진 문장의 밑줄 친 부분은 목적을 나 타내는 to부정사의 부사적 용법으로 ‘~하 기 위해서’라는 의미이므로 「in order to」나 「in order that」구문으로 나타낼 수 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p.148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41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주어진 문장과 의미가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He saved money to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He saved money so as to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saved money in order to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He saved money so that he could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saved money in order that he could buy a bike.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saved so much money that he couldn‘t buy a bike.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He saved so much money that he couldn‘t buy a bike.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주어진 문장과 보기들은 모두 ‘그는 자전거를 사기 위해서 돈을 모았다’라는 뜻이지만, ⑤번 보기는 ‘그는 너무 많은 돈을 저축해서 자전 거를 사지 못했다’라는 뜻이다.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42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Which of the following doesn't have the same meaning?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went to the mall to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She went to the mall in order to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She went to the mall so as to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She went to the mall so that she could buy a new pair of shoes.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She went to the mall, and she bought a new pair of shoes.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She went to the mall, and she bought a new pair of shoes.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⑤는 ‘그녀는 몰에 가서 새 신발을 한 켤레 샀 다.’는 의미이나 나머지는 ‘그녀는 새 신발 한 켤레를 사기 위해 몰에 갔다.’는 의미이다.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43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두 문장의 의미가 같도록 바꿔 쓸 때 적절하 지 않은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I hurried so that I would not be late for the meeting.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hurried so as not to be late for the meeting.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She exercised regularly in order to be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She exercised regularly so that she could be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I tried hard so that I could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tried hard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Rachel studies hard so that she can get a scholarship.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Rachel studies hard so as to get a scholarship.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left early to avoid the rush hour.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left early, so I could avoid the rush hour.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⑤ I left early to avoid the rush hour.
= I left early, so I could avoid the rush hour.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44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Choose the pair of sentences that does NOT have the same meaning.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Turn on the flashlight so that we may walk through the tunnel.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Turn on the flashlight so as for us to walk through the tunnel.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He could win the prize in the contest because he tried so hard.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He tried so hard that he could win the prize in the contest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Fasten your seat belt so that you may not get hurt.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Fasten your seat belt to get hurt.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I swim every day in order to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swim every day so that I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studied really hard in order to pass the exam.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studied really hard so that I could pass the exam.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③ Fasten your seat belt so that you may not get hurt.
= Fasten your seat belt to get hurt.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to get hurt → not to get hurt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45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 u="none">
                <a:solidFill>
                  <a:srgbClr val="1E2A4A"/>
                </a:solidFill>
                <a:latin typeface="맑은 고딕"/>
              </a:rPr>
              <a:t>다음 중 두 문장의 의미가 서로 다른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① He turned down the radio so that I could get to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He turned down the radio in order to get to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② Jim turned on TV so that he could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Jim turned on TV in order to watch the news.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③ He goes to bed early so that he can get plenty of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He goes to bed early to get plenty of 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④ Brain practiced dancing hard so that he could be a good dancer.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Brian practiced dancing hard so as to be a good dancer.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⑤ I took my umbrella so that I could share it with you.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u="none">
                <a:solidFill>
                  <a:srgbClr val="222222"/>
                </a:solidFill>
                <a:latin typeface="맑은 고딕"/>
              </a:rPr>
              <a:t>      = I took my umbrella so as to share it with you.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He turned down the radio so that I could get to sleep.
= He turned down the radio in order to get to sleep.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• He turned down the radio so that I could get to sleep.(그는 내가 잘 수 있도록 라디오 를 줄여줬다.)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• He turned down the radio in order to get to sleep.(그는 자기 위해서 라디오를 줄였다.)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46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문장의 어법 및 의미가 자연스러운 것은?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Eunyoung set the alarm for six not in order to oversleep.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Many parents ask their children not to hang out with bad friends.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Take off your wet clothes so as to catch a cold.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Handong studied so hard in order to fail the test.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Nuri told lies so as to not hurt my feeling.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 u="none">
                <a:solidFill>
                  <a:srgbClr val="5A4200"/>
                </a:solidFill>
                <a:latin typeface="맑은 고딕"/>
              </a:rPr>
              <a:t>정답:  ② Many parents ask their children not to hang out with bad friends.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400" b="0" i="0" u="none">
                <a:solidFill>
                  <a:srgbClr val="152A4A"/>
                </a:solidFill>
                <a:latin typeface="맑은 고딕"/>
              </a:rPr>
              <a:t>① not in order to → in order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③ so as to → so as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④ in order to → in order not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152A4A"/>
                </a:solidFill>
                <a:latin typeface="맑은 고딕"/>
              </a:rPr>
              <a:t>⑤ so as to not → so as not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47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Please move to one side so that we can all see.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Turn the fish carefully so as to it won't burn.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drink a lot of coffee so that I can concentrate on my work.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He exercises every day in order that he can stay healthy.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Please speak louder so that all of us can hear you.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Turn the fish carefully so as to it won't burn.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so as to → so that[in order that]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p.149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48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문장을 고르면?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Watch out so as not to falling.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I study English so as to travel abroad.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practiced hard so as to win the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got up early so as not to miss the train.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went to the market so as to buy some groceries.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① Watch out so as not to falling.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falling → fall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49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She studied hard to get 'A' in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They work together for the championship.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came early so that I could get a better seat.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 did the dishes so that my mom could get rest.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He ran to the bus stop in order to he could catch.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He ran to the bus stop in order to he could catch.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in order to → in order that[so that]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50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35935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 u="none">
                <a:solidFill>
                  <a:srgbClr val="1E2A4A"/>
                </a:solidFill>
                <a:latin typeface="맑은 고딕"/>
              </a:rPr>
              <a:t>다음 중 어법상 어색한 문장은?(정답2개)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 u="none">
                <a:solidFill>
                  <a:srgbClr val="555555"/>
                </a:solidFill>
                <a:latin typeface="맑은 고딕"/>
              </a:rPr>
              <a:t>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① I woke up early so that I will not be late.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② He was so wisdom that he was able to solve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③ I took a taxi so that I could get there on time.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④ I've saved money for the last 10 months to buy a computer.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 u="none">
                <a:solidFill>
                  <a:srgbClr val="222222"/>
                </a:solidFill>
                <a:latin typeface="맑은 고딕"/>
              </a:rPr>
              <a:t>⑤ I took my umbrella for my mother.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 u="none">
                <a:solidFill>
                  <a:srgbClr val="5A4200"/>
                </a:solidFill>
                <a:latin typeface="맑은 고딕"/>
              </a:rPr>
              <a:t>정답:  ① I woke up early so that I will not be late. / ② He was so wisdom that he was able to solve it.</a:t>
            </a:r>
          </a:p>
        </p:txBody>
      </p:sp>
      <p:sp>
        <p:nvSpPr>
          <p:cNvPr id="9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① I woke up early so that I would not be late.가 올바른 문장이다.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② He was so wise that he was able to solve it.이 올바른 문장이다.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51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9529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 u="none">
                <a:solidFill>
                  <a:srgbClr val="1E2A4A"/>
                </a:solidFill>
                <a:latin typeface="맑은 고딕"/>
              </a:rPr>
              <a:t>다음 중 어법상 옳은 문장끼리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63980"/>
            <a:ext cx="8214055" cy="3098291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(A) She is so wise that everyone respects her.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(B) He tried his best so that he can win the race.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(C) Speak too clearly that they can understand you.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(D) She was very careful so that she wouldn't drop the egg.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(E) We saved lots of money that we could take a long vacation.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63980"/>
            <a:ext cx="2926080" cy="3098291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① (A), (B)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② (A),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③ (C), (E)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④ (A), (C), (D)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 u="none">
                <a:solidFill>
                  <a:srgbClr val="222222"/>
                </a:solidFill>
                <a:latin typeface="맑은 고딕"/>
              </a:rPr>
              <a:t>⑤ (B), (D), (E)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② (A), (D)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(B) 주절의 시제가 과거이므로 종속절의 시제 도 과거형인 could로 써야 한다. (C) too는 so로 고쳐야 한다. (E) that 앞에 so를 써줘야 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52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4632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u="none">
                <a:solidFill>
                  <a:srgbClr val="1E2A4A"/>
                </a:solidFill>
                <a:latin typeface="맑은 고딕"/>
              </a:rPr>
              <a:t>다음 중 어법상 옳은 문장끼리 바르게 짝지어진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31976"/>
            <a:ext cx="8214055" cy="313029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A. He was so wisdom that he was able to solve it.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B. I drove fast so that he can get there in time.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C. The kids practiced hard so as to win the game.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D. I walked to school so that I could save money.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E. Jack skipped the dinner in order that fit in the new jeans.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F. She's staying in the US so that she can improve her English.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331976"/>
            <a:ext cx="2926080" cy="313029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① A, 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② A, C, 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③ B, C, 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④ C, D, 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 u="none">
                <a:solidFill>
                  <a:srgbClr val="222222"/>
                </a:solidFill>
                <a:latin typeface="맑은 고딕"/>
              </a:rPr>
              <a:t>⑤ D, E, 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④ C, D, F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(원문 정답지에 별도 해설 없음)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92608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 w="15875">
            <a:solidFill>
              <a:srgbClr val="1E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 u="none">
                <a:solidFill>
                  <a:srgbClr val="FFFFFF"/>
                </a:solidFill>
                <a:latin typeface="맑은 고딕"/>
              </a:rPr>
              <a:t>2-53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292608"/>
            <a:ext cx="59436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원본 문제 p.150  ·  정답·해설 p.156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92608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300" b="0" i="0" u="none">
                <a:solidFill>
                  <a:srgbClr val="555555"/>
                </a:solidFill>
                <a:latin typeface="맑은 고딕"/>
              </a:rPr>
              <a:t>53 /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78333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 u="none">
                <a:solidFill>
                  <a:srgbClr val="1E2A4A"/>
                </a:solidFill>
                <a:latin typeface="맑은 고딕"/>
              </a:rPr>
              <a:t>다음 (가), (나)에서 문장을 하나씩 골라 &lt;조건&gt;에 맞게 자연스러운 문장을 만들고자 한다. 연결되지 않고 남는 것끼리 묶인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2016"/>
            <a:ext cx="8214055" cy="2810255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&lt;조건&gt;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1. (가), (나)에 주어진 문장은 한 번씩만 사용할 것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2. 'so that'을 사용할 것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 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(가)  ⓐ I started to practice dancing.   ⓑ Andy went to bed early.   ⓒ Jenny ran hard.</a:t>
            </a:r>
          </a:p>
          <a:p>
            <a:pPr algn="l" marL="22860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(나)  ⓓ He could wake up early.   ⓔ I could see him last year.   ⓕ I could join the dance club.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08415" y="1652016"/>
            <a:ext cx="2926080" cy="2810255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5875">
            <a:solidFill>
              <a:srgbClr val="F2F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① ⓐ,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② ⓐ, 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③ ⓑ, 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④ ⓒ, 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 u="none">
                <a:solidFill>
                  <a:srgbClr val="222222"/>
                </a:solidFill>
                <a:latin typeface="맑은 고딕"/>
              </a:rPr>
              <a:t>⑤ ⓒ, 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507991"/>
            <a:ext cx="1127729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veal_1_en"/>
          <p:cNvSpPr/>
          <p:nvPr/>
        </p:nvSpPr>
        <p:spPr>
          <a:xfrm>
            <a:off x="457200" y="4645151"/>
            <a:ext cx="11277295" cy="685800"/>
          </a:xfrm>
          <a:prstGeom prst="roundRect">
            <a:avLst>
              <a:gd name="adj" fmla="val 6000"/>
            </a:avLst>
          </a:prstGeom>
          <a:solidFill>
            <a:srgbClr val="FFE98A"/>
          </a:solidFill>
          <a:ln w="15875">
            <a:solidFill>
              <a:srgbClr val="E0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 u="none">
                <a:solidFill>
                  <a:srgbClr val="5A4200"/>
                </a:solidFill>
                <a:latin typeface="맑은 고딕"/>
              </a:rPr>
              <a:t>정답:  ⑤ ⓒ, ⓔ</a:t>
            </a:r>
          </a:p>
        </p:txBody>
      </p:sp>
      <p:sp>
        <p:nvSpPr>
          <p:cNvPr id="11" name="reveal_2_en"/>
          <p:cNvSpPr/>
          <p:nvPr/>
        </p:nvSpPr>
        <p:spPr>
          <a:xfrm>
            <a:off x="457200" y="5440679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6F0FB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C8EBF"/>
                </a:solidFill>
                <a:latin typeface="맑은 고딕"/>
              </a:rPr>
              <a:t>정답 이유   </a:t>
            </a:r>
            <a:r>
              <a:rPr sz="1500" b="0" i="0" u="none">
                <a:solidFill>
                  <a:srgbClr val="152A4A"/>
                </a:solidFill>
                <a:latin typeface="맑은 고딕"/>
              </a:rPr>
              <a:t>ⓐ-ⓕ I started to practice dancing so that I could join the dance club.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u="none">
                <a:solidFill>
                  <a:srgbClr val="152A4A"/>
                </a:solidFill>
                <a:latin typeface="맑은 고딕"/>
              </a:rPr>
              <a:t>ⓑ-ⓓ Andy went to bed early so that he could wake up early.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