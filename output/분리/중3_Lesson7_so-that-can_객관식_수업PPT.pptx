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7  Grammar Build Up 객관식 · so that ~ can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7 개정 중3 NE능률(김성곤)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53문항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우리말과 일치하도록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건강을 유지하기 위해 매일 운동을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He exercises every day __________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that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우리말과 일치하도록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건강을 유지하기 위해 매일 운동을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He exercises every day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so that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so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건강을 유지하기 위해 매일 운동을 한다. = 그는 건강을 유지할 수 있도록 매일 운동한다.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위해서’라는 의미의 목적을 나타내는 접 속사 자리이므로 'so that'이 적절하다. 「so that+주어+can/could+동사원형」 ‘~하기 위해서’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말은?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often walks his dog ______________ it can stay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because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long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말은?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often walks his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can stay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because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long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개가 건강을 유지할 수 있도록 자주 개를 산책시킨다.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문장과 같은 의미가 되도록 빈칸에 들 어갈 말로 알맞은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428493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traveled to Jeju Island to take pictures of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traveled to Jeju Island ___________ that he ___________ take pictures of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428493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too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716023"/>
            <a:ext cx="2926080" cy="2428493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too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- could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그녀는 사진을 찍기 위해 제주도에 갔다. = 그녀는 사진을 찍을 수 있도록 제주도로 여행했다.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to부정사의 부사적 용법과 같은 의미가 되어야 하므로 ‘~하기 위해서’라는 의미를 나타내는 「so that+주어+can/could+동사원형」을 사용한 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Wow! What a nice bike!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 saved money so that I __________ buy this new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might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Wow! What a nice bike!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 saved money so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buy this new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might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could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A: 와! 멋진 자전거네! B: 이 새 자전거를 살 수 있도록 돈을 모았어.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that+주어+can/could+동사원형」의 형태로, 주절의 시제가 과거이기 때문에 could가 들어 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수 있는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went to a bookstore __________ I could buy some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books.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수 있는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went to a bookstore __________ I could buy some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books.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in order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so that / ④ in order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책을 살 수 있도록 서점에 갔다.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위해서’라는 의미를 나타내는 「so that+주어+동사」는 「in order that+주어+ 동사」과 바꾸어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문장과 같은 의미가 되도록 빈칸에 들 어갈 말로 바르게 연결된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428493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quit his job to take care of his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He quit his job ________ that he ________ take care of his baby.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428493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in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716023"/>
            <a:ext cx="2926080" cy="2428493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in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- could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아기를 돌보기 위해 직장을 그만두었다. = 그는 아기를 돌볼 수 있도록 직장을 그만두었다.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that+주어+can/could+동사원형」: ~하기 위 해서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빈칸에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donated some money so as to help the poor.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donated some money ____________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such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even more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spite 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in order to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빈칸에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donated some money so as to help the poor.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donated some money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order 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such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even more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spite 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in order to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in order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그녀는 가난한 사람들을 돕기 위해 약간의 돈을 기부했다.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as to = in order to ‘~하기 위해서’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한 문장으로 연결할 때 빈칸에 들어 갈 말로 알맞은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428493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Koreans wanted to learn to read and write. So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King Sejong invented Hangeul.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King Sejong invented Hangeul __________________ all Koreans could learn to read and write.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428493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such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enough to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716023"/>
            <a:ext cx="2926080" cy="2428493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such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enough to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모든 한국인이 읽고 쓰는 것을 배울 수 있도록 세종대왕은 한글을 만들었다.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목적을 나타내는 so that은 「so that+주어 +can/could+동사원형」의 구조로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공통으로 들어갈 말로 가장 적 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Please turn off the light __________ that I can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It was __________ easy question that I could answer.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enough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completely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공통으로 들어갈 말로 가장 적 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Please turn off the light __________ that I can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It was __________ easy question that I could answer.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so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enough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completely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• 내가 잘 수 있도록 불을 꺼 주세요.  /  • 그것은 내가 대답할 수 있을 만큼 쉬운 질문이었다.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 ‘~할 수 있도록’ 「so+형용사/부사+that+주어+can/could」 ‘너무 ~해서 ...하다’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A: Bell invented the telephone, didn't he?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B: Yes, he invented it so that we can 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buy a new bike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get a good grade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read and write easily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go to other places quickly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talk to other people in different places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A: Bell invented the telephone, didn't he?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B: Yes, he invented it so that we can </a:t>
            </a:r>
            <a:r>
              <a:rPr sz="1800" b="1" i="0" u="sng">
                <a:solidFill>
                  <a:srgbClr val="C03A2E"/>
                </a:solidFill>
                <a:latin typeface="맑은 고딕"/>
              </a:rPr>
              <a:t>talk to other people in different places</a:t>
            </a:r>
            <a:r>
              <a:rPr sz="18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buy a new bike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get a good grade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read and write easily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go to other places quickly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⑤ talk to other people in different places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talk to other people in different places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A: 벨이 전화기를 발명했지, 그렇지 않니? B: 응, 그는 우리가 다른 곳에 있는 사람들과 이야기할 수 있도록 그것을 발명했어.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전화기의 발명으로 우리가 할 수 있게 된 것 은 ⑤번 보기의 내용이 적합하다.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one has a different usage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was nervous, so that I could hardly speak.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Speak louder so that everyone can hear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ran so that she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jog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drinks milk every day so that he can grow taller.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one has a different usage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 was nervous, so that I could hardly speak.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Speak louder so that everyone can hear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ran so that she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jog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drinks milk every day so that he can grow taller.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 was nervous, so that I could hardly speak.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(다른 쓰임: 결과) 나는 긴장해서 거의 말을 할 수 없었다.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①은 결과를 나타내는 so that으로 앞의 문장 이 확실한 원인이고, so that 뒤의 문장이 그 에 따르는 결과이다. 이 때 so that은 ‘그 결 과 ~하다’라는 의미이다. 나머지 so that은 ‘~ 하기 위해서‘의 의미로 목적을 나타낸다.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살을 빼기 위해 열심히 운동한다.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exercise so hard what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exercise so hard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exercise hard so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lose weight so that I can exercise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lose weight in order to exercise hard.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살을 빼기 위해 열심히 운동한다.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exercise so hard what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exercise so hard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 exercise hard so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lose weight so that I can exercise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lose weight in order to exercise hard.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exercise hard so that I can lose weight.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살을 빼기 위해 열심히 운동한다.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시험에 합격하기 위해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studied so hard what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studied so hard that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studied hard so that I could pass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passed the test so that I could study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passed the test in order to study hard.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시험에 합격하기 위해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studied so hard what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studied so hard that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 studied hard so that I could pass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passed the test so that I could study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passed the test in order to study hard.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studied hard so that I could pass the test.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시험에 합격하기 위해 열심히 공부했다.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맞도록 알맞게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제가 코멘트를 할 수 있게 보고서를 내주세요.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Turn in your report such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Turn in your report so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Hand in your report, so I can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 in your report, that I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Turn your report so that I can comment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맞도록 알맞게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제가 코멘트를 할 수 있게 보고서를 내주세요.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Turn in your report such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Turn in your report so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Hand in your report, so I can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 in your report, that I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Turn your report so that I can comment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Turn in your report so that I can comment on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제가 코멘트를 할 수 있도록 보고서를 내 주세요.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맞게 영작한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Sam은 그 기차를 놓치지 않기 위해 일찍 일어났다.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Sam woke up early to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Sam woke up early in order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Sam woke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Sam woke up so early that he could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Sam woke up early so that he would not miss the train.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맞게 영작한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Sam은 그 기차를 놓치지 않기 위해 일찍 일어났다.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Sam woke up early to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Sam woke up early in order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Sam woke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Sam woke up so early that he could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Sam woke up early so that he would not miss the train.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③ Sam woke up early so as not to miss the train. / ⑤ Sam woke up early so that he would not miss the train.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③ Sam은 기차를 놓치지 않기 위해 일찍 일어났다.  /  ⑤ Sam은 기차를 놓치지 않도록 일찍 일어났다.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to부정사의 부정은 to앞에 not을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영어로 바르게 옮긴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그의 가족을 부양하기 위해 열심히 일한다.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works too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works enough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works hard so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works so hard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works hard so as that he can support his family.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영어로 바르게 옮긴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그의 가족을 부양하기 위해 열심히 일한다.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works too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works enough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He works hard so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works so hard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works hard so as that he can support his family.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works hard so that he can support his family.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가족을 부양하기 위해 열심히 일한다.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Please speak slowly so that 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 can see you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 won't be 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 can get well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 won't get sick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 can understand you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Please speak slowly so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 can understand you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 can see you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 won't be 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 can get well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 won't get sick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we can understand you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 can understand you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우리가 당신을 이해할 수 있도록 천천히 말해 주세요.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의미상 ‘우리가 네 말을 알아들을 수 있도록 천천히 말해달라.’가 되어야 하므로 ⑤번이 정 답이 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saved money _____________________________________.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for the purpose of taking a trip next year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be a millionaire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start a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that I can help the poor children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buy a new MP3 player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saved money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that I can help the poor children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for the purpose of taking a trip next year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be a millionaire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start a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so that I can help the poor children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buy a new MP3 player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that I can help the poor children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(알맞지 않은 것) 나는 가난한 아이들을 도울 수 있도록 돈을 모았다. (앞 문장의 내용과 맞지 않음)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can → could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turned off the radio so that 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could keep in shape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travel to Europe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could water the flowers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could catch the school bus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could focus on reading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turned off the radio so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could focus on reading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could keep in shape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travel to Europe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could water the flowers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could catch the school bus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 could focus on reading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 could focus on reading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책 읽기에 집중할 수 있도록 라디오를 껐다.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started early so that they could get a good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that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they could get a good seat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started early so that they could get a good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that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so as to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they could get a good seat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as to get a good seat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그들은 좋은 자리를 잡기 위해 일찍 출발했다.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 (A)~(E)에 들어갈 단어로 적절하 지 않은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255650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Andy (A)_______ to bed early in order that he could wake up early.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I'll (B)_______ here in order that you (C)_______ find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Bell (D)_______ the telephone in order that people could (E)_______ to each other in different places.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255650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(A) went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(B) wait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(C)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(D) invented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(E) talk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2556509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(A) went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(B) wait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(C)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(D) invented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(E) talk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(C) could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(C) could → can  /  Andy는 일찍 일어날 수 있도록 일찍 잤다. / 네가 나를 찾을 수 있도록 나는 여기서 기다릴게. / 벨은 사람들이 서로 다른 곳에서 대화할 수 있도록 전화기를 발명했다.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주절의 시제가 will의 미래시제로 that절의 시 제는 과거형(could)이 쓰일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우리는 게임을 이기기 위해서 최선을 다할 것이다.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We'll do our best so that winning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We'll do our best so that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We'll do our best in order to we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We'll do our best in order to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We'll do our best so that we can win the game.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우리는 게임을 이기기 위해서 최선을 다할 것이다.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We'll do our best so that winning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We'll do our best so that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We'll do our best in order to we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We'll do our best in order to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We'll do our best so that we can win the game.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We'll do our best so that we can win the game.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우리는 게임에서 이기기 위해 최선을 다할 것이다.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위해서’의 뜻을 나타내는 「so that+주 어+can/could+동사원형」의 형태로 제시된 것 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시험에 통과하기 위해서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so hard that she couldn't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studied so hard that she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studied hard as if she passed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studied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studied too hard to pass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시험에 통과하기 위해서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so hard that she couldn't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studied so hard that she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studied hard as if she passed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She studied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studied too hard to pass the exam.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She studied hard so as to pass the exam.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그녀는 시험에 통과하기 위해 열심히 공부했다.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위해서’란 뜻으로 so as to를 사용할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두 문장을 한 문장으로 쓸 때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go jogging every morning.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want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go jogging every morning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go jogging every morning so as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go jogging every morning in order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 jogging every morning enough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go jogging every morning so that I can keep healthy.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두 문장을 한 문장으로 쓸 때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go jogging every morning.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want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go jogging every morning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go jogging every morning so as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go jogging every morning in order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 go jogging every morning enough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go jogging every morning so that I can keep healthy.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go jogging every morning enough to keep healthy.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건강을 유지하기 위해 매일 아침 조깅을 한다. (④는 의미가 다름)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15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다음 문장의 빈칸 (가)~(라)에 들어갈 말을 &lt;보기&gt; 에서 골라 순서대로 나열한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3970"/>
            <a:ext cx="8214055" cy="244449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• Jenny is saving her money (가)________________.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• He watches American movies (나)________________.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• He went out the back door (다) 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• She will go abroad (라)________________.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(A) so that he can improve his listening skills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(B) so that nobody could see him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(C) so that she can fix her bike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(D) so that she can study 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83970"/>
            <a:ext cx="2926080" cy="244449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(A), (B),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(A), (C), (D),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(B), (D), (A), (C)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(C), (A), (B),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(C), (D), (A), (B)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283970"/>
            <a:ext cx="2926080" cy="244449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(A), (B),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(A), (C), (D),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(B), (D), (A), (C)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C03A2E"/>
                </a:solidFill>
                <a:latin typeface="맑은 고딕"/>
              </a:rPr>
              <a:t>④ (C), (A), (B),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(C), (D), (A), (B)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774185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3911345"/>
            <a:ext cx="11277295" cy="1419606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(C), (A), (B), (D)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Jenny는 자전거를 고칠 수 있도록 돈을 모으고 있다. 그는 듣기 실력을 향상시킬 수 있도록 미국 영화를 본다. 그는 아무도 그를 볼 수 없도록 뒷문으로 나갔다. 그녀는 미술을 공부할 수 있도록 해외로 갈 것이다.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312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글의 밑줄 친 우리말을 바르게 영작한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9972"/>
            <a:ext cx="6705295" cy="284454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Hi, David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How's your new school? Yesterday was our Sports Day. Tom and I entered "Egg and Spoon Race", but we dropped our eggs during the race.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소윤이는 계란을 떨어트리지 않기 위해 매우 조심했다.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She did it. Please tell me about your school. I miss you so much.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Your friend, Alice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9655" y="1299972"/>
            <a:ext cx="4434840" cy="284454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Soyun was so careful and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Soyun was so careful but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Soyun was very careful so that she would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Soyun was so careful that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Soyun was very careful so that she wouldn't drop the egg.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7299655" y="1299972"/>
            <a:ext cx="4434840" cy="284454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Soyun was so careful and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Soyun was so careful but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Soyun was very careful so that she would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Soyun was so careful that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C03A2E"/>
                </a:solidFill>
                <a:latin typeface="맑은 고딕"/>
              </a:rPr>
              <a:t>⑤ Soyun was very careful so that she wouldn't drop the egg.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Soyun was very careful so that she wouldn't drop the egg.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소윤이는 계란을 떨어뜨리지 않도록 매우 조심했다.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that구문을 이용하여 적절하게 영작한 문 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문장의 밑줄 친 so that의 쓰임이 흐름상 어 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Our teacher brought a DVD so that we could watch a movie together.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Giho made some cookies the night before so that we could eat them while we watched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Hajin took some pictures during the party so that we could remember the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Tom couldn't get in the theater so that he had left his ticket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We sang a song for our teacher so that she would know how much we loved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문장의 밑줄 친 so that의 쓰임이 흐름상 어 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Our teacher brought a DVD so that we could watch a movie together.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Giho made some cookies the night before so that we could eat them while we watched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Hajin took some pictures during the party so that we could remember the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④ Tom couldn't get in the theater so that he had left his ticket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We sang a song for our teacher so that she would know how much we loved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Tom couldn't get in the theater so that he had left his ticket at home.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(흐름상 어색) Tom은 영화관에 들어갈 수 없었다, 그래서 입장권을 집에 두고 왔다. (결과가 아니라 원인이어야 함)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앞의 문장이 결과이고 so that 이하의 내용의 그 원인이므로 because가 오는 것이 자연스 럽다.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문장과 의미가 같은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turned on the TV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turned on the TV in order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turned on the TV so as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turned on the TV in order not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turned on the TV so that she can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turned on the TV so that she could watch the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문장과 의미가 같은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turned on the TV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turned on the TV in order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She turned on the TV so as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turned on the TV in order not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turned on the TV so that she can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She turned on the TV so that she could watch the news.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② She turned on the TV so as to watch the news. / ⑤ She turned on the TV so that she could watch the news.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② 그녀는 뉴스를 보기 위해 TV를 켰다.  /  ⑤ 그녀는 뉴스를 볼 수 있도록 TV를 켰다.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took a taxi so that he wouldn't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gave him a knife so that he couldn't peel the fruit.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tried his best so that he could win the contest.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This flower opens up in fine weather so that it can get lots of sunlight.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turned off the TV so that my brother could focus on his study.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took a taxi so that he wouldn't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I gave him a knife so that he couldn't peel the fruit.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tried his best so that he could win the contest.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This flower opens up in fine weather so that it can get lots of sunlight.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turned off the TV so that my brother could focus on his study.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 gave him a knife so that he couldn't peel the fruit.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(의미상 어색) 나는 그가 과일 껍질을 깎을 수 없도록 그에게 칼을 주었다.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의미상 ‘I gave him a knife because he could peel the fruit.’가 되어야 자연스럽다.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reads many books about writing.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reads many books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reads many books so as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reads many books in order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reads many books so that he can be a writer.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He reads many books about writing.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reads many books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reads many books so as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reads many books in order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reads many books so that he can be a writer.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He reads many books about writing.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그는 글쓰기에 관한 책을 많이 읽는다.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나머지 보기는 모두 ‘그는 작가가 되기 위해서 많은 책을 읽는다.’라는 뜻이고, ①번 보기만 ‘그는 글쓰기에 관한 많은 책을 읽는다.’라는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studies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studies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studied so hard that 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studies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studies hard in order that he can pass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studies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studies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He studied so hard that 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studies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studies hard in order that he can pass the exam.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studied so hard that he could pass the exam.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그는 너무 열심히 공부해서 시험에 합격할 수 있었다.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③번 보기는 ‘그는 아주 열심히 공부해서 시험 을 통과할 수 있었다.’라는 뜻이다. 나머지 보 기는 모두 ‘그는 시험에 통과하기 위해 열심히 공부했다.’라는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tries harder so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tries harder in order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tries harder in order to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tries so hard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tries harder so as to achieve his goal.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tries harder so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tries harder in order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tries harder in order to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He tries so hard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tries harder so as to achieve his goal.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He tries so hard that he can achieve his goal.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그는 너무 열심히 노력해서 목표를 이룰 수 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woke up early so that I wouldn't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woke up so early that I didn't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woke up early so as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woke up early in order that I wouldn't miss the bus.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woke up early so that I wouldn't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 woke up so early that I didn't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woke up early so as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woke up early in order that I wouldn't miss the bus.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woke up so early that I didn't miss the bus.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나는 너무 일찍 일어나서 버스를 놓치지 않았다.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「so+형용사/부사+that+주어+동사」: 너무 ~해 서 …하다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① 목적을 나타내는 to부정사의 부사적 용법 : ~하기 위해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② 「so that+주어+동사」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④ 「so as to+동사원형」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⑤ 「in order that+주어+동사」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finished my job quickly so as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finished my job quickly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finished my job quickly so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finished my job quickly in order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finished my job quickly because I went home early.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finished my job quickly so as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finished my job quickly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finished my job quickly so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finished my job quickly in order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 finished my job quickly because I went home early.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 finished my job quickly because I went home early.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나는 일찍 집에 갔기 때문에 일을 빨리 끝냈다.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⑤번 보기는 ‘나는 집에 일찍 갔기 때문에 일 을 빨리 끝마쳤다.’라는 의미이며 나머지는 ‘나는 집에 일찍 가기 위해 일을 빨리 끝마쳤 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의미가 어색한 하나를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 listen to English radio programs so that I can improve my listening skills.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He worked day and night so that he could make enough money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Please leave your phone number so that she can't call you back.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We should travel on public transportation so that we can save energy.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Miran hurried outside so that she could see her friend leaving.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의미가 어색한 하나를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 listen to English radio programs so that I can improve my listening skills.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He worked day and night so that he could make enough money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③ Please leave your phone number so that she can't call you back.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We should travel on public transportation so that we can save energy.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Miran hurried outside so that she could see her friend leaving.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Please leave your phone number so that she can't call you back.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어색) 그녀가 당신에게 전화할 수 없도록 전화번호를 남겨 주세요.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can't → can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practiced hard so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practiced hard in order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practiced too hard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practiced hard so as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practiced hard to learn difficult tricks.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practiced hard so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practiced hard in order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He practiced too hard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practiced hard so as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practiced hard to learn difficult tricks.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practiced too hard to learn difficult tricks.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그는 어려운 기술을 배우기에는 너무 열심히 연습했다.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took a taxi not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took a taxi so she was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took a taxi so that she wouldn't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took a taxi in order that she would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took a taxi so that she is about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took a taxi in order that she was going to be late for work.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took a taxi not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took a taxi so she was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She took a taxi so that she wouldn't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took a taxi in order that she would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took a taxi so that she is about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took a taxi in order that she was going to be late for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She took a taxi so that she wouldn't be late for work.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그녀는 직장에 지각하지 않기 위해 택시를 탔다. = 그녀는 직장에 늦지 않도록 택시를 탔다.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‘목적’을 나타내고 있으므로 so that구문으로 바꿔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got up early so as to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got up early so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got up so early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 he got up early, he couldn't catch the first bus.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got up early so as to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He got up early so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got up so early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 he got up early, he couldn't catch the first bus.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got up early so that he could catch the first bus.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첫 버스를 타기 위해 일찍 일어났다. = 그는 첫 버스를 탈 수 있도록 일찍 일어났다.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as to+동사원형」는 ‘~하기 위해서’라는 뜻으로 「so that+주어+can/could+동사원형」 으로 바꿔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worked hard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worked so hard that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It was hard for him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worked hard, he couldn't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worked hard, so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worked hard so that he might make more money.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worked hard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worked so hard that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It was hard for him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worked hard, he couldn't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worked hard, so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He worked hard so that he might make more money.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worked hard so that he might make more money.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더 많은 돈을 벌기 위해 열심히 일했다. = 그는 더 많은 돈을 벌 수 있도록 열심히 일했다.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‘그는 더 많은 돈을 벌기 위해서 열심히 일했 다’라는 뜻이다.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① 그는 열심히 일해서 더 많은 돈을 벌 수 있었다.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② 그가 더 많은 돈을 벌기란 어려웠다.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③ 그가 열심히 일했음에도 불구하고, 그는 더 많은 돈을 벌 수 없었다.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④ 그는 열심히 일했고, 그래서 더 많은 돈을 벌 수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밑줄 친 부분과 의미가 같은 것은? 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saved a lot of money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not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that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 we can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in order that we could take a long vacation.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밑줄 친 부분과 의미가 같은 것은? 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saved a lot of money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in order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not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that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 we can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in order that we could take a long vacation.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① in order to take a long vacation. / ⑤ in order that we could take a long vacation.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긴 휴가를 가기 위해  /  ⑤ 우리가 긴 휴가를 갈 수 있도록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주어진 문장의 밑줄 친 부분은 목적을 나 타내는 to부정사의 부사적 용법으로 ‘~하 기 위해서’라는 의미이므로 「in order to」나 「in order that」구문으로 나타낼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saved money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saved money so as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saved money in order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saved money so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saved money in order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saved so much money that he couldn‘t buy a bike.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saved money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saved money so as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saved money in order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saved money so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saved money in order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He saved so much money that he couldn‘t buy a bike.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saved so much money that he couldn‘t buy a bike.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그는 돈을 너무 많이 모아서 자전거를 살 수 없었다.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주어진 문장과 보기들은 모두 ‘그는 자전거를 사기 위해서 돈을 모았다’라는 뜻이지만, ⑤번 보기는 ‘그는 너무 많은 돈을 저축해서 자전 거를 사지 못했다’라는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doesn't have the same meaning?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went to the mall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went to the mall in order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went to the mall so as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went to the mall so that she could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went to the mall, and she bought a new pair of shoes.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doesn't have the same meaning?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went to the mall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went to the mall in order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went to the mall so as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went to the mall so that she could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She went to the mall, and she bought a new pair of shoes.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She went to the mall, and she bought a new pair of shoes.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그녀는 쇼핑몰에 갔고, 새 신발을 샀다.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⑤는 ‘그녀는 몰에 가서 새 신발을 한 켤레 샀 다.’는 의미이나 나머지는 ‘그녀는 새 신발 한 켤레를 사기 위해 몰에 갔다.’는 의미이다.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두 문장의 의미가 같도록 바꿔 쓸 때 적절하 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 hurried so that I would not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hurried so as not to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She exercised regularly in order to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She exercised regularly so that she could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 tried hard so that I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tried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Rachel studies hard so that she can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Rachel studies hard so as to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left early to avoid the rush hour.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left early, so I could avoid the rush hour.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두 문장의 의미가 같도록 바꿔 쓸 때 적절하 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 hurried so that I would not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hurried so as not to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She exercised regularly in order to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She exercised regularly so that she could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 tried hard so that I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tried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Rachel studies hard so that she can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Rachel studies hard so as to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⑤ I left early to avoid the rush hour.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= I left early, so I could avoid the rush hour.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 left early to avoid the rush hour.
= I left early, so I could avoid the rush hour.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(적절하지 않은 것) 나는 혼잡 시간대를 피하기 위해 일찍 떠났다. = 나는 일찍 떠났고, 그래서 혼잡 시간대를 피할 수 있었다.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Choose the pair of sentences that does NOT have the same meaning.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Turn on the flashlight so that we may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Turn on the flashlight so as for us to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He could win the prize in the contest because he tried so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He tried so hard that he could win the prize in the contest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Fasten your seat belt so that you may not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Fasten your seat belt to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I swim every day in order to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I swim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I studied really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I studied really hard so that I could pass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Choose the pair of sentences that does NOT have the same meaning.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Turn on the flashlight so that we may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Turn on the flashlight so as for us to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He could win the prize in the contest because he tried so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He tried so hard that he could win the prize in the contest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C03A2E"/>
                </a:solidFill>
                <a:latin typeface="맑은 고딕"/>
              </a:rPr>
              <a:t>③ Fasten your seat belt so that you may not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C03A2E"/>
                </a:solidFill>
                <a:latin typeface="맑은 고딕"/>
              </a:rPr>
              <a:t>      = Fasten your seat belt to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I swim every day in order to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I swim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I studied really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I studied really hard so that I could pass the exam.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Fasten your seat belt so that you may not get hurt.
= Fasten your seat belt to get hurt.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(같은 의미가 아닌 것) 다치지 않도록 안전벨트를 매세요. = 다치기 위해 안전벨트를 매세요.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 get hurt → not to get hurt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두 문장의 의미가 서로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He turned down the radio so that I could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He turned down the radio in order to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Jim turned on TV so that he could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Jim turned on TV in order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He goes to bed early so that he can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He goes to bed early to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Brain practiced dancing hard so that he could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Brian practiced dancing hard so as to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took my umbrella so that I could share it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took my umbrella so as to share it with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두 문장의 의미가 서로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① He turned down the radio so that I could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= He turned down the radio in order to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Jim turned on TV so that he could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Jim turned on TV in order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He goes to bed early so that he can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He goes to bed early to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Brain practiced dancing hard so that he could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Brian practiced dancing hard so as to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took my umbrella so that I could share it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took my umbrella so as to share it with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He turned down the radio so that I could get to sleep.
= He turned down the radio in order to get to sleep.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(서로 다른 것) 그는 내가 잠들 수 있도록 라디오 소리를 줄였다. = 그는 (자신이) 잠들기 위해 라디오 소리를 줄였다.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• He turned down the radio so that I could get to sleep.(그는 내가 잘 수 있도록 라디오 를 줄여줬다.)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He turned down the radio in order to get to sleep.(그는 자기 위해서 라디오를 줄였다.)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어법 및 의미가 자연스러운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Eunyoung set the alarm for six not in order to oversleep.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Many parents ask their children not to hang out with bad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Take off your wet clothes so as to catch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Handong studied so hard in order to fail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Nuri told lies so as to not hurt my feeling.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어법 및 의미가 자연스러운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Eunyoung set the alarm for six not in order to oversleep.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Many parents ask their children not to hang out with bad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Take off your wet clothes so as to catch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Handong studied so hard in order to fail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Nuri told lies so as to not hurt my feeling.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Many parents ask their children not to hang out with bad friends.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많은 부모들은 자녀들에게 나쁜 친구들과 어울려 다니지 말라고 말한다.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not in order to → in order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so as to →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in order to → in order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so as to not → so as not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Please move to one side so that we can all see.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Turn the fish carefully so as to it won't burn.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drink a lot of coffee so that I can concentrate on my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exercises every day in order that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Please speak louder so that all of us can hear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Please move to one side so that we can all see.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Turn the fish carefully so as to it won't burn.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drink a lot of coffee so that I can concentrate on my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exercises every day in order that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Please speak louder so that all of us can hear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Turn the fish carefully so as to it won't burn.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(어색) 생선이 타지 않도록 조심해서 뒤집어라. (so as to it → so that it)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as to → so that[in order that]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문장을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Watch out so as not to falling.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study English so as to travel abroad.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practiced hard so as to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got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went to the market so as to buy some groceries.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문장을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Watch out so as not to falling.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study English so as to travel abroad.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practiced hard so as to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got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went to the market so as to buy some groceries.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Watch out so as not to falling.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(어색) 넘어지지 않도록 조심해라. (falling → fall)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falling → fall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hard to get 'A' in English.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They work together for the championship.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came early so that I could get a better 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did the dishes so that my mom could get rest.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ran to the bus stop in order to he could catch.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hard to get 'A' in English.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They work together for the championship.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came early so that I could get a better 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did the dishes so that my mom could get rest.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He ran to the bus stop in order to he could catch.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ran to the bus stop in order to he could catch.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(어색) 그는 버스를 탈 수 있도록 버스 정류장으로 달려갔다. (in order to he → in order that he)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in order to → in order that[so that]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so that I will not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was so wisdom that he was able to solve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took a taxi so that I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I've saved money for the last 10 months to buy a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took my umbrella for my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 woke up early so that I will not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He was so wisdom that he was able to solve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took a taxi so that I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I've saved money for the last 10 months to buy a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took my umbrella for my mother.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 woke up early so that I will not be late. / ② He was so wisdom that he was able to solve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(어색) 나는 지각하지 않도록 일찍 일어났다. (will → would)  /  ② (어색) 그는 너무 지혜로워서 그것을 풀 수 있었다. (wisdom → wise)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I woke up early so that I would not be late.가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② He was so wise that he was able to solve it.이 올바른 문장이다.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32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31976"/>
            <a:ext cx="8214055" cy="260451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(A) She is so wise that everyone respects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(B) He tried his best so that he can win the race.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(C) Speak too clearly that they can understand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(D) She was very careful so that she wouldn't drop the egg.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(E) We saved lots of money that we could take a long vacation.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31976"/>
            <a:ext cx="2926080" cy="260451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(A),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(A),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(C), (E)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(A),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(B), (D), (E)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31976"/>
            <a:ext cx="2926080" cy="260451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(A),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② (A),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(C), (E)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(A),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(B), (D), (E)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(A), (D)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(A) 그녀는 매우 현명해서 모두가 그녀를 존경한다.  /  (D) 그녀는 달걀을 떨어뜨리지 않도록 매우 조심했다.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(B) 주절의 시제가 과거이므로 종속절의 시제 도 과거형인 could로 써야 한다. (C) too는 so로 고쳐야 한다. (E) that 앞에 so를 써줘야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32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31976"/>
            <a:ext cx="8214055" cy="313029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A. He was so wisdom that he was able to solve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B. I drove fast so that he can get there in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C. The kids practiced hard so as to win the game.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D. I walked to school so that I could save money.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E. Jack skipped the dinner in order that fit in the new jeans.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F. She's staying in the US so that she can improve her English.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31976"/>
            <a:ext cx="2926080" cy="313029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A,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A, C,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B, C, 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C, D,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D, E, F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31976"/>
            <a:ext cx="2926080" cy="313029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A,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A, C,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B, C, 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④ C, D,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D, E, F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C, D, F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7833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(가), (나)에서 문장을 하나씩 골라 &lt;조건&gt;에 맞게 자연스러운 문장을 만들고자 한다. 연결되지 않고 남는 것끼리 묶인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52016"/>
            <a:ext cx="8214055" cy="281025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&lt;조건&gt;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1. (가), (나)에 주어진 문장은 한 번씩만 사용할 것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2. 'so that'을 사용할 것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(가)  ⓐ I started to practice dancing.   ⓑ Andy went to bed early.   ⓒ Jenny ran hard.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(나)  ⓓ He could wake up early.   ⓔ I could see him last year.   ⓕ I could join the dance club.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652016"/>
            <a:ext cx="2926080" cy="281025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ⓐ,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ⓐ,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ⓑ, 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ⓒ,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ⓒ, ⓔ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652016"/>
            <a:ext cx="2926080" cy="281025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ⓐ,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ⓐ,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ⓑ, 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ⓒ,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⑤ ⓒ, ⓔ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ⓒ, ⓔ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ⓐ-ⓕ I started to practice dancing so that I could join the dance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ⓑ-ⓓ Andy went to bed early so that he could wake up early.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