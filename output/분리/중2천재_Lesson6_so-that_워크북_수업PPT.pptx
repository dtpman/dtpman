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  <p:sldId id="361" r:id="rId112"/>
    <p:sldId id="362" r:id="rId113"/>
    <p:sldId id="363" r:id="rId114"/>
    <p:sldId id="364" r:id="rId115"/>
    <p:sldId id="365" r:id="rId116"/>
    <p:sldId id="366" r:id="rId117"/>
    <p:sldId id="367" r:id="rId118"/>
    <p:sldId id="368" r:id="rId119"/>
    <p:sldId id="369" r:id="rId120"/>
    <p:sldId id="370" r:id="rId121"/>
    <p:sldId id="371" r:id="rId122"/>
    <p:sldId id="372" r:id="rId123"/>
    <p:sldId id="373" r:id="rId124"/>
    <p:sldId id="374" r:id="rId125"/>
    <p:sldId id="375" r:id="rId126"/>
    <p:sldId id="376" r:id="rId127"/>
    <p:sldId id="377" r:id="rId128"/>
    <p:sldId id="378" r:id="rId129"/>
    <p:sldId id="379" r:id="rId130"/>
    <p:sldId id="380" r:id="rId131"/>
    <p:sldId id="381" r:id="rId132"/>
    <p:sldId id="382" r:id="rId133"/>
    <p:sldId id="383" r:id="rId134"/>
    <p:sldId id="384" r:id="rId135"/>
    <p:sldId id="385" r:id="rId136"/>
    <p:sldId id="386" r:id="rId137"/>
    <p:sldId id="387" r:id="rId138"/>
    <p:sldId id="388" r:id="rId139"/>
    <p:sldId id="389" r:id="rId140"/>
    <p:sldId id="390" r:id="rId141"/>
    <p:sldId id="391" r:id="rId142"/>
    <p:sldId id="392" r:id="rId143"/>
    <p:sldId id="393" r:id="rId144"/>
    <p:sldId id="394" r:id="rId145"/>
    <p:sldId id="395" r:id="rId146"/>
    <p:sldId id="396" r:id="rId147"/>
    <p:sldId id="397" r:id="rId148"/>
    <p:sldId id="398" r:id="rId149"/>
    <p:sldId id="399" r:id="rId150"/>
    <p:sldId id="400" r:id="rId151"/>
    <p:sldId id="401" r:id="rId152"/>
    <p:sldId id="402" r:id="rId153"/>
    <p:sldId id="403" r:id="rId154"/>
    <p:sldId id="404" r:id="rId155"/>
    <p:sldId id="405" r:id="rId156"/>
    <p:sldId id="406" r:id="rId157"/>
    <p:sldId id="407" r:id="rId158"/>
    <p:sldId id="408" r:id="rId159"/>
    <p:sldId id="409" r:id="rId160"/>
    <p:sldId id="410" r:id="rId161"/>
    <p:sldId id="411" r:id="rId162"/>
    <p:sldId id="412" r:id="rId163"/>
    <p:sldId id="413" r:id="rId164"/>
    <p:sldId id="414" r:id="rId165"/>
    <p:sldId id="415" r:id="rId166"/>
    <p:sldId id="416" r:id="rId167"/>
    <p:sldId id="417" r:id="rId168"/>
    <p:sldId id="418" r:id="rId169"/>
    <p:sldId id="419" r:id="rId170"/>
    <p:sldId id="420" r:id="rId171"/>
    <p:sldId id="421" r:id="rId172"/>
    <p:sldId id="422" r:id="rId173"/>
    <p:sldId id="423" r:id="rId174"/>
    <p:sldId id="424" r:id="rId175"/>
    <p:sldId id="425" r:id="rId176"/>
    <p:sldId id="426" r:id="rId177"/>
    <p:sldId id="427" r:id="rId178"/>
    <p:sldId id="428" r:id="rId179"/>
    <p:sldId id="429" r:id="rId180"/>
    <p:sldId id="430" r:id="rId181"/>
    <p:sldId id="431" r:id="rId182"/>
    <p:sldId id="432" r:id="rId183"/>
    <p:sldId id="433" r:id="rId184"/>
    <p:sldId id="434" r:id="rId185"/>
    <p:sldId id="435" r:id="rId186"/>
    <p:sldId id="436" r:id="rId187"/>
    <p:sldId id="437" r:id="rId188"/>
    <p:sldId id="438" r:id="rId189"/>
    <p:sldId id="439" r:id="rId190"/>
    <p:sldId id="440" r:id="rId191"/>
    <p:sldId id="441" r:id="rId192"/>
    <p:sldId id="442" r:id="rId193"/>
    <p:sldId id="443" r:id="rId194"/>
    <p:sldId id="444" r:id="rId195"/>
    <p:sldId id="445" r:id="rId196"/>
    <p:sldId id="446" r:id="rId197"/>
    <p:sldId id="447" r:id="rId198"/>
    <p:sldId id="448" r:id="rId199"/>
    <p:sldId id="449" r:id="rId200"/>
    <p:sldId id="450" r:id="rId201"/>
    <p:sldId id="451" r:id="rId202"/>
    <p:sldId id="452" r:id="rId203"/>
    <p:sldId id="453" r:id="rId204"/>
    <p:sldId id="454" r:id="rId205"/>
    <p:sldId id="455" r:id="rId206"/>
    <p:sldId id="456" r:id="rId207"/>
    <p:sldId id="457" r:id="rId208"/>
    <p:sldId id="458" r:id="rId209"/>
    <p:sldId id="459" r:id="rId210"/>
    <p:sldId id="460" r:id="rId211"/>
    <p:sldId id="461" r:id="rId212"/>
    <p:sldId id="462" r:id="rId213"/>
    <p:sldId id="463" r:id="rId214"/>
    <p:sldId id="464" r:id="rId215"/>
    <p:sldId id="465" r:id="rId216"/>
    <p:sldId id="466" r:id="rId217"/>
    <p:sldId id="467" r:id="rId218"/>
    <p:sldId id="468" r:id="rId2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Relationship Id="rId112" Type="http://schemas.openxmlformats.org/officeDocument/2006/relationships/slide" Target="slides/slide106.xml"/><Relationship Id="rId113" Type="http://schemas.openxmlformats.org/officeDocument/2006/relationships/slide" Target="slides/slide107.xml"/><Relationship Id="rId114" Type="http://schemas.openxmlformats.org/officeDocument/2006/relationships/slide" Target="slides/slide108.xml"/><Relationship Id="rId115" Type="http://schemas.openxmlformats.org/officeDocument/2006/relationships/slide" Target="slides/slide109.xml"/><Relationship Id="rId116" Type="http://schemas.openxmlformats.org/officeDocument/2006/relationships/slide" Target="slides/slide110.xml"/><Relationship Id="rId117" Type="http://schemas.openxmlformats.org/officeDocument/2006/relationships/slide" Target="slides/slide111.xml"/><Relationship Id="rId118" Type="http://schemas.openxmlformats.org/officeDocument/2006/relationships/slide" Target="slides/slide112.xml"/><Relationship Id="rId119" Type="http://schemas.openxmlformats.org/officeDocument/2006/relationships/slide" Target="slides/slide113.xml"/><Relationship Id="rId120" Type="http://schemas.openxmlformats.org/officeDocument/2006/relationships/slide" Target="slides/slide114.xml"/><Relationship Id="rId121" Type="http://schemas.openxmlformats.org/officeDocument/2006/relationships/slide" Target="slides/slide115.xml"/><Relationship Id="rId122" Type="http://schemas.openxmlformats.org/officeDocument/2006/relationships/slide" Target="slides/slide116.xml"/><Relationship Id="rId123" Type="http://schemas.openxmlformats.org/officeDocument/2006/relationships/slide" Target="slides/slide117.xml"/><Relationship Id="rId124" Type="http://schemas.openxmlformats.org/officeDocument/2006/relationships/slide" Target="slides/slide118.xml"/><Relationship Id="rId125" Type="http://schemas.openxmlformats.org/officeDocument/2006/relationships/slide" Target="slides/slide119.xml"/><Relationship Id="rId126" Type="http://schemas.openxmlformats.org/officeDocument/2006/relationships/slide" Target="slides/slide120.xml"/><Relationship Id="rId127" Type="http://schemas.openxmlformats.org/officeDocument/2006/relationships/slide" Target="slides/slide121.xml"/><Relationship Id="rId128" Type="http://schemas.openxmlformats.org/officeDocument/2006/relationships/slide" Target="slides/slide122.xml"/><Relationship Id="rId129" Type="http://schemas.openxmlformats.org/officeDocument/2006/relationships/slide" Target="slides/slide123.xml"/><Relationship Id="rId130" Type="http://schemas.openxmlformats.org/officeDocument/2006/relationships/slide" Target="slides/slide124.xml"/><Relationship Id="rId131" Type="http://schemas.openxmlformats.org/officeDocument/2006/relationships/slide" Target="slides/slide125.xml"/><Relationship Id="rId132" Type="http://schemas.openxmlformats.org/officeDocument/2006/relationships/slide" Target="slides/slide126.xml"/><Relationship Id="rId133" Type="http://schemas.openxmlformats.org/officeDocument/2006/relationships/slide" Target="slides/slide127.xml"/><Relationship Id="rId134" Type="http://schemas.openxmlformats.org/officeDocument/2006/relationships/slide" Target="slides/slide128.xml"/><Relationship Id="rId135" Type="http://schemas.openxmlformats.org/officeDocument/2006/relationships/slide" Target="slides/slide129.xml"/><Relationship Id="rId136" Type="http://schemas.openxmlformats.org/officeDocument/2006/relationships/slide" Target="slides/slide130.xml"/><Relationship Id="rId137" Type="http://schemas.openxmlformats.org/officeDocument/2006/relationships/slide" Target="slides/slide131.xml"/><Relationship Id="rId138" Type="http://schemas.openxmlformats.org/officeDocument/2006/relationships/slide" Target="slides/slide132.xml"/><Relationship Id="rId139" Type="http://schemas.openxmlformats.org/officeDocument/2006/relationships/slide" Target="slides/slide133.xml"/><Relationship Id="rId140" Type="http://schemas.openxmlformats.org/officeDocument/2006/relationships/slide" Target="slides/slide134.xml"/><Relationship Id="rId141" Type="http://schemas.openxmlformats.org/officeDocument/2006/relationships/slide" Target="slides/slide135.xml"/><Relationship Id="rId142" Type="http://schemas.openxmlformats.org/officeDocument/2006/relationships/slide" Target="slides/slide136.xml"/><Relationship Id="rId143" Type="http://schemas.openxmlformats.org/officeDocument/2006/relationships/slide" Target="slides/slide137.xml"/><Relationship Id="rId144" Type="http://schemas.openxmlformats.org/officeDocument/2006/relationships/slide" Target="slides/slide138.xml"/><Relationship Id="rId145" Type="http://schemas.openxmlformats.org/officeDocument/2006/relationships/slide" Target="slides/slide139.xml"/><Relationship Id="rId146" Type="http://schemas.openxmlformats.org/officeDocument/2006/relationships/slide" Target="slides/slide140.xml"/><Relationship Id="rId147" Type="http://schemas.openxmlformats.org/officeDocument/2006/relationships/slide" Target="slides/slide141.xml"/><Relationship Id="rId148" Type="http://schemas.openxmlformats.org/officeDocument/2006/relationships/slide" Target="slides/slide142.xml"/><Relationship Id="rId149" Type="http://schemas.openxmlformats.org/officeDocument/2006/relationships/slide" Target="slides/slide143.xml"/><Relationship Id="rId150" Type="http://schemas.openxmlformats.org/officeDocument/2006/relationships/slide" Target="slides/slide144.xml"/><Relationship Id="rId151" Type="http://schemas.openxmlformats.org/officeDocument/2006/relationships/slide" Target="slides/slide145.xml"/><Relationship Id="rId152" Type="http://schemas.openxmlformats.org/officeDocument/2006/relationships/slide" Target="slides/slide146.xml"/><Relationship Id="rId153" Type="http://schemas.openxmlformats.org/officeDocument/2006/relationships/slide" Target="slides/slide147.xml"/><Relationship Id="rId154" Type="http://schemas.openxmlformats.org/officeDocument/2006/relationships/slide" Target="slides/slide148.xml"/><Relationship Id="rId155" Type="http://schemas.openxmlformats.org/officeDocument/2006/relationships/slide" Target="slides/slide149.xml"/><Relationship Id="rId156" Type="http://schemas.openxmlformats.org/officeDocument/2006/relationships/slide" Target="slides/slide150.xml"/><Relationship Id="rId157" Type="http://schemas.openxmlformats.org/officeDocument/2006/relationships/slide" Target="slides/slide151.xml"/><Relationship Id="rId158" Type="http://schemas.openxmlformats.org/officeDocument/2006/relationships/slide" Target="slides/slide152.xml"/><Relationship Id="rId159" Type="http://schemas.openxmlformats.org/officeDocument/2006/relationships/slide" Target="slides/slide153.xml"/><Relationship Id="rId160" Type="http://schemas.openxmlformats.org/officeDocument/2006/relationships/slide" Target="slides/slide154.xml"/><Relationship Id="rId161" Type="http://schemas.openxmlformats.org/officeDocument/2006/relationships/slide" Target="slides/slide155.xml"/><Relationship Id="rId162" Type="http://schemas.openxmlformats.org/officeDocument/2006/relationships/slide" Target="slides/slide156.xml"/><Relationship Id="rId163" Type="http://schemas.openxmlformats.org/officeDocument/2006/relationships/slide" Target="slides/slide157.xml"/><Relationship Id="rId164" Type="http://schemas.openxmlformats.org/officeDocument/2006/relationships/slide" Target="slides/slide158.xml"/><Relationship Id="rId165" Type="http://schemas.openxmlformats.org/officeDocument/2006/relationships/slide" Target="slides/slide159.xml"/><Relationship Id="rId166" Type="http://schemas.openxmlformats.org/officeDocument/2006/relationships/slide" Target="slides/slide160.xml"/><Relationship Id="rId167" Type="http://schemas.openxmlformats.org/officeDocument/2006/relationships/slide" Target="slides/slide161.xml"/><Relationship Id="rId168" Type="http://schemas.openxmlformats.org/officeDocument/2006/relationships/slide" Target="slides/slide162.xml"/><Relationship Id="rId169" Type="http://schemas.openxmlformats.org/officeDocument/2006/relationships/slide" Target="slides/slide163.xml"/><Relationship Id="rId170" Type="http://schemas.openxmlformats.org/officeDocument/2006/relationships/slide" Target="slides/slide164.xml"/><Relationship Id="rId171" Type="http://schemas.openxmlformats.org/officeDocument/2006/relationships/slide" Target="slides/slide165.xml"/><Relationship Id="rId172" Type="http://schemas.openxmlformats.org/officeDocument/2006/relationships/slide" Target="slides/slide166.xml"/><Relationship Id="rId173" Type="http://schemas.openxmlformats.org/officeDocument/2006/relationships/slide" Target="slides/slide167.xml"/><Relationship Id="rId174" Type="http://schemas.openxmlformats.org/officeDocument/2006/relationships/slide" Target="slides/slide168.xml"/><Relationship Id="rId175" Type="http://schemas.openxmlformats.org/officeDocument/2006/relationships/slide" Target="slides/slide169.xml"/><Relationship Id="rId176" Type="http://schemas.openxmlformats.org/officeDocument/2006/relationships/slide" Target="slides/slide170.xml"/><Relationship Id="rId177" Type="http://schemas.openxmlformats.org/officeDocument/2006/relationships/slide" Target="slides/slide171.xml"/><Relationship Id="rId178" Type="http://schemas.openxmlformats.org/officeDocument/2006/relationships/slide" Target="slides/slide172.xml"/><Relationship Id="rId179" Type="http://schemas.openxmlformats.org/officeDocument/2006/relationships/slide" Target="slides/slide173.xml"/><Relationship Id="rId180" Type="http://schemas.openxmlformats.org/officeDocument/2006/relationships/slide" Target="slides/slide174.xml"/><Relationship Id="rId181" Type="http://schemas.openxmlformats.org/officeDocument/2006/relationships/slide" Target="slides/slide175.xml"/><Relationship Id="rId182" Type="http://schemas.openxmlformats.org/officeDocument/2006/relationships/slide" Target="slides/slide176.xml"/><Relationship Id="rId183" Type="http://schemas.openxmlformats.org/officeDocument/2006/relationships/slide" Target="slides/slide177.xml"/><Relationship Id="rId184" Type="http://schemas.openxmlformats.org/officeDocument/2006/relationships/slide" Target="slides/slide178.xml"/><Relationship Id="rId185" Type="http://schemas.openxmlformats.org/officeDocument/2006/relationships/slide" Target="slides/slide179.xml"/><Relationship Id="rId186" Type="http://schemas.openxmlformats.org/officeDocument/2006/relationships/slide" Target="slides/slide180.xml"/><Relationship Id="rId187" Type="http://schemas.openxmlformats.org/officeDocument/2006/relationships/slide" Target="slides/slide181.xml"/><Relationship Id="rId188" Type="http://schemas.openxmlformats.org/officeDocument/2006/relationships/slide" Target="slides/slide182.xml"/><Relationship Id="rId189" Type="http://schemas.openxmlformats.org/officeDocument/2006/relationships/slide" Target="slides/slide183.xml"/><Relationship Id="rId190" Type="http://schemas.openxmlformats.org/officeDocument/2006/relationships/slide" Target="slides/slide184.xml"/><Relationship Id="rId191" Type="http://schemas.openxmlformats.org/officeDocument/2006/relationships/slide" Target="slides/slide185.xml"/><Relationship Id="rId192" Type="http://schemas.openxmlformats.org/officeDocument/2006/relationships/slide" Target="slides/slide186.xml"/><Relationship Id="rId193" Type="http://schemas.openxmlformats.org/officeDocument/2006/relationships/slide" Target="slides/slide187.xml"/><Relationship Id="rId194" Type="http://schemas.openxmlformats.org/officeDocument/2006/relationships/slide" Target="slides/slide188.xml"/><Relationship Id="rId195" Type="http://schemas.openxmlformats.org/officeDocument/2006/relationships/slide" Target="slides/slide189.xml"/><Relationship Id="rId196" Type="http://schemas.openxmlformats.org/officeDocument/2006/relationships/slide" Target="slides/slide190.xml"/><Relationship Id="rId197" Type="http://schemas.openxmlformats.org/officeDocument/2006/relationships/slide" Target="slides/slide191.xml"/><Relationship Id="rId198" Type="http://schemas.openxmlformats.org/officeDocument/2006/relationships/slide" Target="slides/slide192.xml"/><Relationship Id="rId199" Type="http://schemas.openxmlformats.org/officeDocument/2006/relationships/slide" Target="slides/slide193.xml"/><Relationship Id="rId200" Type="http://schemas.openxmlformats.org/officeDocument/2006/relationships/slide" Target="slides/slide194.xml"/><Relationship Id="rId201" Type="http://schemas.openxmlformats.org/officeDocument/2006/relationships/slide" Target="slides/slide195.xml"/><Relationship Id="rId202" Type="http://schemas.openxmlformats.org/officeDocument/2006/relationships/slide" Target="slides/slide196.xml"/><Relationship Id="rId203" Type="http://schemas.openxmlformats.org/officeDocument/2006/relationships/slide" Target="slides/slide197.xml"/><Relationship Id="rId204" Type="http://schemas.openxmlformats.org/officeDocument/2006/relationships/slide" Target="slides/slide198.xml"/><Relationship Id="rId205" Type="http://schemas.openxmlformats.org/officeDocument/2006/relationships/slide" Target="slides/slide199.xml"/><Relationship Id="rId206" Type="http://schemas.openxmlformats.org/officeDocument/2006/relationships/slide" Target="slides/slide200.xml"/><Relationship Id="rId207" Type="http://schemas.openxmlformats.org/officeDocument/2006/relationships/slide" Target="slides/slide201.xml"/><Relationship Id="rId208" Type="http://schemas.openxmlformats.org/officeDocument/2006/relationships/slide" Target="slides/slide202.xml"/><Relationship Id="rId209" Type="http://schemas.openxmlformats.org/officeDocument/2006/relationships/slide" Target="slides/slide203.xml"/><Relationship Id="rId210" Type="http://schemas.openxmlformats.org/officeDocument/2006/relationships/slide" Target="slides/slide204.xml"/><Relationship Id="rId211" Type="http://schemas.openxmlformats.org/officeDocument/2006/relationships/slide" Target="slides/slide205.xml"/><Relationship Id="rId212" Type="http://schemas.openxmlformats.org/officeDocument/2006/relationships/slide" Target="slides/slide206.xml"/><Relationship Id="rId213" Type="http://schemas.openxmlformats.org/officeDocument/2006/relationships/slide" Target="slides/slide207.xml"/><Relationship Id="rId214" Type="http://schemas.openxmlformats.org/officeDocument/2006/relationships/slide" Target="slides/slide208.xml"/><Relationship Id="rId215" Type="http://schemas.openxmlformats.org/officeDocument/2006/relationships/slide" Target="slides/slide209.xml"/><Relationship Id="rId216" Type="http://schemas.openxmlformats.org/officeDocument/2006/relationships/slide" Target="slides/slide210.xml"/><Relationship Id="rId217" Type="http://schemas.openxmlformats.org/officeDocument/2006/relationships/slide" Target="slides/slide211.xml"/><Relationship Id="rId218" Type="http://schemas.openxmlformats.org/officeDocument/2006/relationships/slide" Target="slides/slide212.xml"/><Relationship Id="rId219" Type="http://schemas.openxmlformats.org/officeDocument/2006/relationships/slide" Target="slides/slide2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377440"/>
            <a:ext cx="10332720" cy="146304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3400" b="1" i="0" u="none">
                <a:solidFill>
                  <a:srgbClr val="FFFFFF"/>
                </a:solidFill>
                <a:latin typeface="맑은 고딕"/>
              </a:rPr>
              <a:t>Lesson 6  Grammar Build Up 워크북 · so ~ that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703320"/>
            <a:ext cx="10332720" cy="5486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800" b="0" i="0" u="none">
                <a:solidFill>
                  <a:srgbClr val="CFD8E8"/>
                </a:solidFill>
                <a:latin typeface="맑은 고딕"/>
              </a:rPr>
              <a:t>중2 천재(이상기)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251960"/>
            <a:ext cx="10332720" cy="45720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400" b="0" i="0" u="none">
                <a:solidFill>
                  <a:srgbClr val="AEBBD0"/>
                </a:solidFill>
                <a:latin typeface="맑은 고딕"/>
              </a:rPr>
              <a:t>총 211문항 · 클릭 → 정답 공개 → 클릭 → 정답 이유 공개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E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8229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3000" b="1" i="0" u="none">
                <a:solidFill>
                  <a:srgbClr val="FFFFFF"/>
                </a:solidFill>
                <a:latin typeface="맑은 고딕"/>
              </a:rPr>
              <a:t>Pattern 2.  so ~ that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64240" cy="52120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「so+형용사/부사+that」은 ‘너무 ~해서 …하다’라는 의미로, that 다음에는 「주어+동사」의 절이 온다.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 u="none">
                <a:solidFill>
                  <a:srgbClr val="1E2A4A"/>
                </a:solidFill>
                <a:latin typeface="맑은 고딕"/>
              </a:rPr>
              <a:t>▼ 교과서 예문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1800" b="1" i="0" u="none">
                <a:solidFill>
                  <a:srgbClr val="222222"/>
                </a:solidFill>
                <a:latin typeface="맑은 고딕"/>
              </a:rPr>
              <a:t>▸ It was so detailed that the honeybee looked alive.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555555"/>
                </a:solidFill>
                <a:latin typeface="맑은 고딕"/>
              </a:rPr>
              <a:t>    그것은 너무 세밀해서 꿀벌이 살아 있는 것처럼 보였다.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1800" b="1" i="0" u="none">
                <a:solidFill>
                  <a:srgbClr val="222222"/>
                </a:solidFill>
                <a:latin typeface="맑은 고딕"/>
              </a:rPr>
              <a:t>▸ This museum is so amazing that you will never forget it.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555555"/>
                </a:solidFill>
                <a:latin typeface="맑은 고딕"/>
              </a:rPr>
              <a:t>    이 박물관은 너무 놀라워서 당신은 절대 잊지 못할 것이다.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1800" b="1" i="0" u="none">
                <a:solidFill>
                  <a:srgbClr val="222222"/>
                </a:solidFill>
                <a:latin typeface="맑은 고딕"/>
              </a:rPr>
              <a:t>▸ It was so hot that I couldn’t go out.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555555"/>
                </a:solidFill>
                <a:latin typeface="맑은 고딕"/>
              </a:rPr>
              <a:t>    너무 더워서 나는 밖에 나갈 수 없었다.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1800" b="1" i="0" u="none">
                <a:solidFill>
                  <a:srgbClr val="222222"/>
                </a:solidFill>
                <a:latin typeface="맑은 고딕"/>
              </a:rPr>
              <a:t>▸ He speaks so clearly that everyone can understand him.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555555"/>
                </a:solidFill>
                <a:latin typeface="맑은 고딕"/>
              </a:rPr>
              <a:t>    그는 너무 분명하게 말해서 모두가 그를 이해할 수 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1 · 01번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문장을 ‘so ~ that …’ 구문을 사용하여 한 문장으로 만드시오.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The movie was boring.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I fell asleep.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문장을 ‘so ~ that …’ 구문을 사용하여 한 문장으로 만드시오.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The movie was boring.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I fell asleep.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The movie was so boring that I fell asleep.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The movie was so boring that I fell asleep.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 영화는 너무 지루해서 나는 잠들었다.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1 · 02번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문장을 ‘so ~ that …’ 구문을 사용하여 한 문장으로 만드시오.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This computer is small.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I can carry it.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문장을 ‘so ~ that …’ 구문을 사용하여 한 문장으로 만드시오.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This computer is small.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I can carry it.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This computer is so small that I can carry it.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This computer is so small that I can carry it.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이 컴퓨터는 너무 작아서 내가 들고 다닐 수 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1 · 03번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문장을 ‘so ~ that …’ 구문을 사용하여 한 문장으로 만드시오.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The coffee was hot.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She couldn't drink it.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문장을 ‘so ~ that …’ 구문을 사용하여 한 문장으로 만드시오.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The coffee was hot.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She couldn't drink it.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The coffee was so hot that she couldn't drink it.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The coffee was so hot that she couldn't drink it.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 커피는 너무 뜨거워서 그녀는 마실 수 없었다.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1 · 04번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문장을 ‘so ~ that …’ 구문을 사용하여 한 문장으로 만드시오.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She studied very hard.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She passed the exam.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문장을 ‘so ~ that …’ 구문을 사용하여 한 문장으로 만드시오.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She studied very hard.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She passed the exam.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She studied so hard that she passed the exam.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She studied so hard that she passed the exam.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그녀는 너무 열심히 공부해서 시험에 합격했다.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1 · 05번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5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문장을 ‘so ~ that …’ 구문을 사용하여 한 문장으로 만드시오.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The table was heavy.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I couldn't move it.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문장을 ‘so ~ that …’ 구문을 사용하여 한 문장으로 만드시오.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The table was heavy.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I couldn't move it.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The table was so heavy that I couldn't move it.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The table was so heavy that I couldn't move it.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 탁자는 너무 무거워서 나는 옮길 수 없었다.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1 · 06번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6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문장을 ‘so ~ that …’ 구문을 사용하여 한 문장으로 만드시오.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The questions are difficult.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I can't answer them.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문장을 ‘so ~ that …’ 구문을 사용하여 한 문장으로 만드시오.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The questions are difficult.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I can't answer them.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The questions are so difficult that I can't answer them.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The questions are so difficult that I can't answer them.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 문제들은 너무 어려워서 나는 답할 수 없다.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1 · 07번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7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문장을 ‘so ~ that …’ 구문을 사용하여 한 문장으로 만드시오.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Jack was injured so badly.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He had to be in the hospital for a few months.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문장을 ‘so ~ that …’ 구문을 사용하여 한 문장으로 만드시오.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Jack was injured so badly.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He had to be in the hospital for a few months.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Jack was injured so badly that he had to be in the hospital for a few months.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600" b="1" i="0" u="none">
                <a:solidFill>
                  <a:srgbClr val="5A4200"/>
                </a:solidFill>
                <a:latin typeface="맑은 고딕"/>
              </a:rPr>
              <a:t>정답:  Jack was injured so badly that he had to be in the hospital for a few months.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Jack은 너무 심하게 다쳐서 몇 달 동안 입원해야 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1 · 08번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8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문장을 ‘so ~ that …’ 구문을 사용하여 한 문장으로 만드시오.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Today was very warm.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I could hardly work.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문장을 ‘so ~ that …’ 구문을 사용하여 한 문장으로 만드시오.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Today was very warm.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I could hardly work.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Today was so warm that I could hardly work.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Today was so warm that I could hardly work.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오늘은 너무 따뜻해서 나는 거의 일할 수 없었다.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1 · 09번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9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문장을 ‘so ~ that …’ 구문을 사용하여 한 문장으로 만드시오.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I was very tired last night.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I couldn't fall asleep.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문장을 ‘so ~ that …’ 구문을 사용하여 한 문장으로 만드시오.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I was very tired last night.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I couldn't fall asleep.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I was so tired last night that I couldn't fall asleep.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I was so tired last night that I couldn't fall asleep.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나는 어젯밤 너무 피곤해서 잠들 수 없었다.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1 · 10번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10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문장을 ‘so ~ that …’ 구문을 사용하여 한 문장으로 만드시오.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Jenny was very thirsty.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She decided to have a lot of water.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문장을 ‘so ~ that …’ 구문을 사용하여 한 문장으로 만드시오.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Jenny was very thirsty.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She decided to have a lot of water.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Jenny was so thirsty that she decided to have a lot of water.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600" b="1" i="0" u="none">
                <a:solidFill>
                  <a:srgbClr val="5A4200"/>
                </a:solidFill>
                <a:latin typeface="맑은 고딕"/>
              </a:rPr>
              <a:t>정답:  Jenny was so thirsty that she decided to have a lot of water.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Jenny는 너무 목이 말라서 물을 많이 마시기로 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1 · 11번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11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문장을 ‘so ~ that …’ 구문을 사용하여 한 문장으로 만드시오.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Two hours are very short.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We can't discuss it.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문장을 ‘so ~ that …’ 구문을 사용하여 한 문장으로 만드시오.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Two hours are very short.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We can't discuss it.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Two hours are so short that we can't discuss it.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Two hours are so short that we can't discuss it.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두 시간은 너무 짧아서 우리는 그것을 논의할 수 없다.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1 · 12번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12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문장을 ‘so ~ that …’ 구문을 사용하여 한 문장으로 만드시오.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The animal moves very quickly.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People can't see it.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문장을 ‘so ~ that …’ 구문을 사용하여 한 문장으로 만드시오.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The animal moves very quickly.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People can't see it.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The animal moves so quickly that people can't see it.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The animal moves so quickly that people can't see it.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 동물은 너무 빨리 움직여서 사람들이 볼 수 없다.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1 · 13번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13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문장을 ‘so ~ that …’ 구문을 사용하여 한 문장으로 만드시오.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He spoke so quickly.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I couldn't understand him.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문장을 ‘so ~ that …’ 구문을 사용하여 한 문장으로 만드시오.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He spoke so quickly.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I couldn't understand him.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He spoke so quickly that I couldn't understand him.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He spoke so quickly that I couldn't understand him.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그는 너무 빨리 말해서 나는 그를 이해할 수 없었다.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1 · 14번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14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문장을 ‘so ~ that …’ 구문을 사용하여 한 문장으로 만드시오.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The lecture was very interesting.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Jenny listened to it carefully.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문장을 ‘so ~ that …’ 구문을 사용하여 한 문장으로 만드시오.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The lecture was very interesting.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Jenny listened to it carefully.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The lecture was so interesting that Jenny listened to it carefully.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600" b="1" i="0" u="none">
                <a:solidFill>
                  <a:srgbClr val="5A4200"/>
                </a:solidFill>
                <a:latin typeface="맑은 고딕"/>
              </a:rPr>
              <a:t>정답:  The lecture was so interesting that Jenny listened to it carefully.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 강의는 너무 흥미로워서 Jenny는 주의 깊게 들었다.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1 · 15번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15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문장을 ‘so ~ that …’ 구문을 사용하여 한 문장으로 만드시오.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You run very fast.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I can't follow you.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문장을 ‘so ~ that …’ 구문을 사용하여 한 문장으로 만드시오.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You run very fast.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I can't follow you.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You run so fast that I can't follow you.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You run so fast that I can't follow you.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너는 너무 빨리 달려서 나는 너를 따라갈 수 없다.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1 · 16번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16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문장을 ‘so ~ that …’ 구문을 사용하여 한 문장으로 만드시오.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Gangnam becomes popular.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Thousands of tourists visit there every day.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Combine the two sentences using ‘too ~ to’: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다음 두 문장을 ‘too ~ to …’ 구문을 사용하여 한 문장으로 만드시오.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문장을 ‘so ~ that …’ 구문을 사용하여 한 문장으로 만드시오.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Gangnam becomes popular.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Thousands of tourists visit there every day.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Combine the two sentences using ‘too ~ to’: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다음 두 문장을 ‘too ~ to …’ 구문을 사용하여 한 문장으로 만드시오.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Gangnam becomes so popular that thousands of tourists visit there every day.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600" b="1" i="0" u="none">
                <a:solidFill>
                  <a:srgbClr val="5A4200"/>
                </a:solidFill>
                <a:latin typeface="맑은 고딕"/>
              </a:rPr>
              <a:t>정답:  Gangnam becomes so popular that thousands of tourists visit there every day.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강남은 너무 유명해져서 매일 수천 명의 관광객이 그곳을 방문한다.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1 · 17번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17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문장을 ‘so ~ that …’ 구문을 사용하여 한 문장으로 만드시오.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He is very busy.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He can't take a break.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문장을 ‘so ~ that …’ 구문을 사용하여 한 문장으로 만드시오.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He is very busy.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He can't take a break.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He is too busy to take a break.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He is too busy to take a break.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그는 너무 바빠서 쉴 수 없다.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1 · 18번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18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문장을 ‘so ~ that …’ 구문을 사용하여 한 문장으로 만드시오.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I was very hungry.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I couldn’t say a word.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문장을 ‘so ~ that …’ 구문을 사용하여 한 문장으로 만드시오.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I was very hungry.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I couldn’t say a word.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I was too hungry to say a word.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I was too hungry to say a word.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나는 너무 배고파서 한마디도 할 수 없었다.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1 · 19번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19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문장을 ‘so ~ that …’ 구문을 사용하여 한 문장으로 만드시오.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She has become very fat.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She cannot wear her old clothes.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문장을 ‘so ~ that …’ 구문을 사용하여 한 문장으로 만드시오.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She has become very fat.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She cannot wear her old clothes.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She has become too fat to wear her old clothes.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She has become too fat to wear her old clothes.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그녀는 너무 살이 쪄서 예전 옷을 입을 수 없다.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1 · 20번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20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문장을 ‘so ~ that …’ 구문을 사용하여 한 문장으로 만드시오.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He was very nervous.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He couldn’t perform well on stage.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문장을 ‘so ~ that …’ 구문을 사용하여 한 문장으로 만드시오.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He was very nervous.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He couldn’t perform well on stage.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He was too nervous to perform well on stage.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He was too nervous to perform well on stage.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그는 너무 긴장해서 무대에서 잘 해내지 못했다.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1 · 21번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21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문장을 ‘so ~ that …’ 구문을 사용하여 한 문장으로 만드시오.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Judy arrived very late.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She couldn’t catch the train.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문장을 ‘so ~ that …’ 구문을 사용하여 한 문장으로 만드시오.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Judy arrived very late.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She couldn’t catch the train.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Judy arrived too late to catch the train.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Judy arrived too late to catch the train.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Judy는 너무 늦게 도착해서 기차를 탈 수 없었다.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1 · 22번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22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문장을 ‘so ~ that …’ 구문을 사용하여 한 문장으로 만드시오.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Her behaviour was very rude.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I couldn’t tolerate it.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문장을 ‘so ~ that …’ 구문을 사용하여 한 문장으로 만드시오.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Her behaviour was very rude.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I couldn’t tolerate it.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Her behaviour was too rude for me to tolerate.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Her behaviour was too rude for me to tolerate.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그녀의 행동은 너무 무례해서 나는 참을 수 없었다.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1 · 23번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23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문장을 ‘so ~ that …’ 구문을 사용하여 한 문장으로 만드시오.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The weather was very hot.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We didn’t go out.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문장을 ‘so ~ that …’ 구문을 사용하여 한 문장으로 만드시오.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The weather was very hot.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We didn’t go out.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The weather was too hot for us to go out.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The weather was too hot for us to go out.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날씨가 너무 더워서 우리는 나가지 않았다.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1 · 24번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24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문장을 ‘so ~ that …’ 구문을 사용하여 한 문장으로 만드시오.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The problem was very difficult.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I couldn’t solve it.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문장을 ‘so ~ that …’ 구문을 사용하여 한 문장으로 만드시오.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The problem was very difficult.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I couldn’t solve it.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The problem was too difficult for me to solve.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The problem was too difficult for me to solve.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 문제는 너무 어려워서 나는 풀 수 없었다.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2 · 01번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25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문장의 의미가 같도록 문장을 완성하시오.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 love Korean houses because the floors are very warm.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= The floors are ____________ ____________ that I love Korean houses.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문장의 의미가 같도록 문장을 완성하시오.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 love Korean houses because the floors are very warm.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= The floors are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so warm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that I love Korean houses.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so warm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나는 바닥이 매우 따뜻해서 한옥을 좋아한다.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2 · 02번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26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문장의 의미가 같도록 문장을 완성하시오.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It was very dark, so he turned on the light.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= It was ____________ ____________ ____________  he turned on the light.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문장의 의미가 같도록 문장을 완성하시오.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It was very dark, so he turned on the light.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= It was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so dark that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 he turned on the light.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so dark that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너무 어두워서 그는 불을 켰다.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2 · 03번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27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문장의 의미가 같도록 문장을 완성하시오.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Because she speaks so fast, I can't understand her.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= She speaks ____________ ____________ ____________ ____________ ____________ ____________ ____________.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문장의 의미가 같도록 문장을 완성하시오.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Because she speaks so fast, I can't understand her.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= She speaks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so fast that I can't understand her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so fast that I can't understand her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그녀가 너무 빨리 말해서 나는 그녀를 이해할 수 없다.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2 · 04번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28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문장의 의미가 같도록 문장을 완성하시오.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Because the movie was exciting, I wanted to watch it again.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= The movie was ____________ ____________ ____________ I wanted to watch it again.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문장의 의미가 같도록 문장을 완성하시오.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Because the movie was exciting, I wanted to watch it again.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= The movie was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so exciting that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I wanted to watch it again.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so exciting that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 영화가 너무 재미있어서 나는 그것을 다시 보고 싶었다.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2 · 05번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29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문장의 의미가 같도록 문장을 완성하시오.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 couldn't go to school because I was very sick yesterday.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= I was so __________ __________ __________ __________ go to school yesterday.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문장의 의미가 같도록 문장을 완성하시오.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 couldn't go to school because I was very sick yesterday.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= I was so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sick that I couldn’t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go to school yesterday.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sick that I couldn’t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나는 어제 너무 아파서 학교에 갈 수 없었다.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2 · 06번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30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문장의 의미가 같도록 문장을 완성하시오.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Because she was very sick, she couldn't go to school.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= She was ____________ ____________ ____________ ____________ ____________ ____________ to school.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문장의 의미가 같도록 문장을 완성하시오.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Because she was very sick, she couldn't go to school.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= She was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so sick that she couldn't go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to school.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so sick that she couldn't go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그녀는 너무 아파서 학교에 갈 수 없었다.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2 · 07번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31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문장의 의미가 같도록 문장을 완성하시오.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Because the wind was so strong, it blew my hat off my head.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= The wind was ____________ ____________ ____________ ____________ ____________ ____________ ____________ ____________ ____________ ____________.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문장의 의미가 같도록 문장을 완성하시오.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Because the wind was so strong, it blew my hat off my head.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= The wind was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so strong that it blew my hat off my head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so strong that it blew my hat off my head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바람이 너무 세서 내 모자가 머리에서 날아갔다.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2 · 08번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32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문장의 의미가 같도록 문장을 완성하시오.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Because I became so close to my homestay family, it was hard to say good-bye.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= I became ___________ ___________ ___________ ___________ ___________ ___________ ___________ ___________ __________ __________ to say good-bye.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문장의 의미가 같도록 문장을 완성하시오.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Because I became so close to my homestay family, it was hard to say good-bye.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= I became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so close to my homestay family that it was hard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to say good-bye.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so close to my homestay family that it was hard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나는 홈스테이 가족과 너무 가까워져서 작별 인사를 하기가 힘들었다.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3 · 01번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33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 안에 주어진 단어들로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fast    heavy    excited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 was so ______________ that I couldn’t sleep.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 안에 주어진 단어들로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fast    heavy    excited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 was so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excited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that I couldn’t sleep.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excited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나는 너무 신이 나서 잠들 수 없었다.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3 · 02번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34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 안에 주어진 단어들로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fast    heavy    excited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rain was so ______________ that it made our picnic impossible.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 안에 주어진 단어들로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fast    heavy    excited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rain was so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heavy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that it made our picnic impossible.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heavy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비가 너무 많이 와서 우리의 소풍이 불가능했다.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3 · 03번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35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 안에 주어진 단어들로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fast    heavy    excited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 walked so ______________ that he couldn’t catch up with me.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clearly    dark    bright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 안에 주어진 단어들로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fast    heavy    excited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 walked so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fast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that he couldn’t catch up with me.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clearly    dark    bright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fast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나는 너무 빨리 걸어서 그가 나를 따라잡을 수 없었다.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3 · 04번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36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 안에 주어진 단어들로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fast    heavy    excited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It was so ______________ that I couldn't see his face.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 안에 주어진 단어들로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fast    heavy    excited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It was so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dark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that I couldn't see his face.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dark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너무 어두워서 나는 그의 얼굴을 볼 수 없었다.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3 · 05번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37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 안에 주어진 단어들로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fast    heavy    excited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light was so ______________ that she had to cover her eyes.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 안에 주어진 단어들로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fast    heavy    excited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light was so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bright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that she had to cover her eyes.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bright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빛이 너무 밝아서 그녀는 눈을 가려야 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3 · 06번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38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 안에 주어진 단어들로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fast    heavy    excited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Our teacher speaks so ______________ that everyone can understand her.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boring    beautiful    horrible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much    easy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 안에 주어진 단어들로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fast    heavy    excited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Our teacher speaks so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clearly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that everyone can understand her.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boring    beautiful    horrible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much    easy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clearly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우리 선생님은 너무 또렷하게 말씀하셔서 모두가 이해할 수 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3 · 07번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39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 안에 주어진 단어들로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fast    heavy    excited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You are so ______________ that I can’t get my eyes off you.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 안에 주어진 단어들로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fast    heavy    excited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You are so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beautiful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that I can’t get my eyes off you.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beautiful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너는 너무 아름다워서 나는 눈을 뗄 수 없다.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3 · 08번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40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 안에 주어진 단어들로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fast    heavy    excited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This test was so ______________ that I didn't need to check my answers.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 안에 주어진 단어들로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fast    heavy    excited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This test was so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easy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that I didn't need to check my answers.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easy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이 시험은 너무 쉬워서 나는 답을 확인할 필요가 없었다.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3 · 09번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41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 안에 주어진 단어들로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fast    heavy    excited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We had such a ______________ day that we felt depressed.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 안에 주어진 단어들로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fast    heavy    excited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We had such a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horrible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day that we felt depressed.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horrible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우리는 너무 끔찍한 하루를 보내서 우울했다.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3 · 10번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42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 안에 주어진 단어들로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fast    heavy    excited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programmes are so ______________ that nobody watches them.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 안에 주어진 단어들로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fast    heavy    excited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programmes are so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boring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that nobody watches them.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boring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 프로그램들은 너무 지루해서 아무도 보지 않는다.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3 · 11번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43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 안에 주어진 단어들로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fast    heavy    excited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You have grown so ______________ that I hardly recognized you.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tired    hot    poor    busy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 안에 주어진 단어들로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fast    heavy    excited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You have grown so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much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that I hardly recognized you.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tired    hot    poor    busy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much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너는 너무 많이 자라서 나는 너를 거의 알아보지 못했다.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3 · 12번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44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 안에 주어진 단어들로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fast    heavy    excited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 was too ______________ to go shopping.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 안에 주어진 단어들로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fast    heavy    excited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 was too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busy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to go shopping.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busy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나는 너무 바빠서 쇼핑하러 갈 수 없었다.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3 · 13번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45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 안에 주어진 단어들로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fast    heavy    excited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It’s just too _____________ to sleep in summer.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 안에 주어진 단어들로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fast    heavy    excited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It’s just too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hot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to sleep in summer.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hot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여름에는 너무 더워서 잠을 잘 수 없다.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3 · 14번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46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 안에 주어진 단어들로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fast    heavy    excited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 was too ______________ to walk any more.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 안에 주어진 단어들로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fast    heavy    excited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 was too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tired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to walk any more.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tired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그는 너무 피곤해서 더 이상 걸을 수 없었다.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3 · 15번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47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 안에 주어진 단어들로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fast    heavy    excited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Some children are too ______________ to buy toys that they want.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tall    sleepy    nervous     interesting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expensive    heavy    cold    hot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 안에 주어진 단어들로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fast    heavy    excited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Some children are too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poor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to buy toys that they want.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tall    sleepy    nervous     interesting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expensive    heavy    cold    hot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poor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어떤 아이들은 너무 가난해서 원하는 장난감을 살 수 없다.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3 · 16번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48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 안에 주어진 단어들로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fast    heavy    excited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They were too ______________  to focus in the class.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 안에 주어진 단어들로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fast    heavy    excited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They were too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sleepy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 to focus in the class.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sleepy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그들은 너무 졸려서 수업에 집중할 수 없었다.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3 · 17번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49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 안에 주어진 단어들로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fast    heavy    excited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 was too ______________  to do well on the test.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 안에 주어진 단어들로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fast    heavy    excited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 was too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nervous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 to do well on the test.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nervous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나는 너무 긴장해서 시험을 잘 볼 수 없었다.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3 · 18번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50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 안에 주어진 단어들로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fast    heavy    excited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truck is too ______________  to go through the tunnel.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 안에 주어진 단어들로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fast    heavy    excited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truck is too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tall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 to go through the tunnel.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tall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 트럭은 너무 높아서 터널을 지나갈 수 없다.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3 · 19번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51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 안에 주어진 단어들로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fast    heavy    excited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This book is so ______________ that I can finish it in a day.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 안에 주어진 단어들로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fast    heavy    excited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This book is so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interesting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that I can finish it in a day.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interesting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이 책은 너무 재미있어서 하루 만에 다 읽을 수 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3 · 20번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52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 안에 주어진 단어들로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fast    heavy    excited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weather was so ______________ that the river froze.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 안에 주어진 단어들로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fast    heavy    excited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weather was so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cold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that the river froze.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cold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날씨가 너무 추워서 강이 얼었다.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3 · 21번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53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 안에 주어진 단어들로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fast    heavy    excited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axe was so ______________ that no one could lift it.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 안에 주어진 단어들로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fast    heavy    excited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axe was so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heavy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that no one could lift it.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heavy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 도끼는 너무 무거워서 아무도 들 수 없었다.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3 · 22번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54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 안에 주어진 단어들로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fast    heavy    excited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road surface became so ______________ that it melted.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 안에 주어진 단어들로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fast    heavy    excited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road surface became so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hot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that it melted.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hot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도로 표면이 너무 뜨거워져서 녹았다.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3 · 23번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55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 안에 주어진 단어들로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fast    heavy    excited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That ring is so ______________ that James can't buy it for his girlfriend.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 안에 주어진 단어들로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fast    heavy    excited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That ring is so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expensive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that James can't buy it for his girlfriend.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expensive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 반지는 너무 비싸서 James는 여자친구에게 사 줄 수 없다.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4 · 01번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56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 was so angry that he couldn't speak.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He was ____________ angry ____________ speak.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 was so angry that he couldn't speak.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He was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too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angry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to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speak.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too, to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그는 너무 화가 나서 말할 수 없었다.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4 · 02번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57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 am so tired that I can't walk any more.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I am ____________ tired ____________ walk any more.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 am so tired that I can't walk any more.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I am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too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tired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to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walk any more.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too, to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나는 너무 피곤해서 더 이상 걸을 수 없다.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4 · 03번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58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truck was so heavy that it couldn't cross the bridge.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The truck was ____________ heavy ____________ _______________ the bridge.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truck was so heavy that it couldn't cross the bridge.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The truck was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too,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heavy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to cross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the bridge.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too, to cross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 트럭은 너무 무거워서 다리를 건널 수 없었다.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4 · 04번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59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Calvin is so shy that he can't get along with his classmates.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Calvin is ____________ ____________ ____________ get along with his classmates.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Calvin is so shy that he can't get along with his classmates.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Calvin is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too shy to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get along with his classmates.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too shy to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Calvin은 너무 수줍어서 반 친구들과 어울리지 못한다.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4 · 05번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60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little boy is so short that he can't reach the shelf.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The little boy is ____________ ____________ ____________ reach the shelf.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little boy is so short that he can't reach the shelf.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The little boy is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too short to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reach the shelf.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too short to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 어린 소년은 키가 너무 작아서 선반에 손이 닿지 않는다.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4 · 06번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61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 is so big that he can't wear the jeans.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He is ____________ ____________ ____________ ____________ the jeans.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 is so big that he can't wear the jeans.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He is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too big to wear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the jeans.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too big to wear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그는 너무 커서 그 청바지를 입을 수 없다.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4 · 07번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62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 am so busy that I can't play tennis with him.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I am ____________ ____________ ____________ ____________ ____________ with him.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 am so busy that I can't play tennis with him.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I am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too busy to play tennis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with him.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too busy to play tennis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나는 너무 바빠서 그와 테니스를 칠 수 없다.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4 · 08번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63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This book is so difficult that I cannot read it.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This book is ____________ ____________ for me ____________ ____________.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This book is so difficult that I cannot read it.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This book is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too difficult,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for me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to read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too difficult, to read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이 책은 너무 어려워서 나는 읽을 수 없다.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4 · 09번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64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This blue shirt is so big that I can't wear it.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This blue shirt is ____________ ____________ ____________ ____________ ____________ ____________.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This blue shirt is so big that I can't wear it.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This blue shirt is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too big for me to wear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too big for me to wear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이 파란 셔츠는 너무 커서 나는 입을 수 없다.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4 · 10번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65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plate is so hot that she can’t touch it.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The plate ____________ ____________ ____________ ____________ ____________ ____________ ____________.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plate is so hot that she can’t touch it.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The plate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is too hot for her to touch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is too hot for her to touch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 접시는 너무 뜨거워서 그녀는 만질 수 없다.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4 · 11번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66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Junho was too surprised to say anything.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Junho was ____________ surprised ____________ he couldn't say anything.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Junho was too surprised to say anything.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Junho was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so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surprised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that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he couldn't say anything.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so, that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준호는 너무 놀라서 아무 말도 할 수 없었다.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4 · 12번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67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James is too shy to speak to strangers.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James is ____________ _____________ ____________ he can't speak to strangers.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James is too shy to speak to strangers.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James is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so shy that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he can't speak to strangers.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so shy that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James는 너무 수줍어서 낯선 사람들에게 말을 걸 수 없다.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4 · 13번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68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 was too tired to clean the room.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He was ____________ tired ____________ he ____________ clean the room.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 was too tired to clean the room.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He was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so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tired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that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he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couldn't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clean the room.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so, that, couldn't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그는 너무 피곤해서 방을 청소할 수 없었다.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4 · 14번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69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 was too nervous to sleep.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He was ____________ nervous that he ____________ sleep.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 was too nervous to sleep.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He was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so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nervous that he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couldn't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sleep.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so, couldn't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그는 너무 긴장해서 잠잘 수 없었다.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4 · 15번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70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It was too dark to follow the bear's tracks.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It was ____________ dark ____________ we ____________ follow the bear's tracks.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It was too dark to follow the bear's tracks.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It was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so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dark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that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we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couldn't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follow the bear's tracks.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so, that, couldn't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너무 어두워서 우리는 곰의 발자국을 따라갈 수 없었다.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4 · 16번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71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Adam is too young to travel long distances.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Adam is ____________ young ____________ he ____________ travel long distances.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Adam is too young to travel long distances.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Adam is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so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young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that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he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can't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travel long distances.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so, that, can't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Adam은 너무 어려서 먼 거리를 여행할 수 없다.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4 · 17번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72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box is too heavy for me to carry.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The box is ____________ heavy ____________ I ____________ carry it.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box is too heavy for me to carry.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The box is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so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heavy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that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I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can't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carry it.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so, that, can't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 상자는 너무 무거워서 나는 그것을 들 수 없다.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4 · 18번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73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Mr. Yun is too poor to buy a house.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Mr. Yun is ____________ ____________ ____________ he ____________ buy a house.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Mr. Yun is too poor to buy a house.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Mr. Yun is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so poor that,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he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can't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buy a house.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so poor that, can't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윤 씨는 너무 가난해서 집을 살 수 없다.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4 · 19번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74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Judy was too tired to go out.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Judy was ____________ ____________ that ____________ ____________ go out.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Judy was too tired to go out.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Judy was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so tired,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that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she couldn't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go out.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so tired, she couldn't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Judy는 너무 피곤해서 밖에 나갈 수 없었다.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4 · 20번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75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 was too exhausted to go up to the top of the mountain.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I was ____________ ____________ ____________ ____________ ____________ ____________ up to the top of the mountain.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 was too exhausted to go up to the top of the mountain.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I was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so exhausted that I couldn't go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up to the top of the mountain.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so exhausted that I couldn't go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나는 너무 지쳐서 산 정상까지 올라갈 수 없었다.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4 · 21번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76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man was too ambitious to be satisfied with the prize.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The man was ____________ ____________ ____________ ____________ ____________ ____________ satisfied with the prize.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man was too ambitious to be satisfied with the prize.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The man was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so ambitious that he couldn't be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satisfied with the prize.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so ambitious that he couldn't be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 남자는 너무 야심이 커서 그 상에 만족할 수 없었다.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4 · 22번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77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Tommy is too young to drive a car.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Tommy is ____________ ____________ ____________ ____________ ____________ drive a car.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Tommy is too young to drive a car.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Tommy is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so young that he can't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drive a car.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so young that he can't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Tommy는 너무 어려서 차를 운전할 수 없다.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4 · 23번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78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 was too short to reach the books.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He ____________ ____________ ____________ ____________ ____________ ____________ ____________ ____________ ____________.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 was too short to reach the books.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He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was so short that he couldn't reach the books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 so short that he couldn't reach the books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그는 키가 너무 작아서 책에 손이 닿지 않았다.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4 · 24번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79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 was too young to walk.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He ____________ ____________ ____________ ____________ ____________ ____________ ____________.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 was too young to walk.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He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was so young that he couldn't walk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 so young that he couldn't walk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그는 너무 어려서 걸을 수 없었다.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4 · 25번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80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waves are too high for boats to leave the port.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The waves are so __________ __________ __________ __________ __________ __________ __________.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waves are too high for boats to leave the port.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The waves are so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high that boats can’t leave the port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high that boats can’t leave the port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파도가 너무 높아서 배들이 항구를 떠날 수 없다.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4 · 26번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81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She was too short to press the button.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She was so ____________ that ____________ _____________ ____________ the button.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She was too short to press the button.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She was so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short,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that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she couldn't press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the button.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short, she couldn't press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그녀는 키가 너무 작아서 버튼을 누를 수 없었다.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4 · 27번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82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Kevin was too busy to eat lunch.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Kevin was so busy ____________ ____________ ____________ ____________ ____________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Kevin was too busy to eat lunch.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Kevin was so busy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that he couldn't eat lunch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that he couldn't eat lunch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Kevin은 너무 바빠서 점심을 먹을 수 없었다.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4 · 28번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83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They were too nervous to sleep.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They were ____________ ____________ that ____________ ____________ ____________.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They were too nervous to sleep.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They were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so nervous,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that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they couldn't sleep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so nervous, they couldn't sleep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그들은 너무 긴장해서 잘 수 없었다.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4 · 29번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84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problem is too hard for her to solve.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The problem is ____________ ____________ ____________ ____________ ____________ ____________ ____________.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problem is too hard for her to solve.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The problem is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so hard that she can’t solve it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so hard that she can’t solve it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 문제는 너무 어려워서 그녀가 풀 수 없다.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4 · 30번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85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We went to the zoo because the weather was so nice.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The weather was ____________ ____________ ____________ ____________ ____________ ____________ ____________ ____________.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We went to the zoo because the weather was so nice.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The weather was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so nice that we went to the zoo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so nice that we went to the zoo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날씨가 너무 좋아서 우리는 동물원에 갔다.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4 · 31번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86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This problem is too difficult for me to solve.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This problem ____________ ____________ ____________ ____________ ____________ ____________ ____________ ____________.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This problem is too difficult for me to solve.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This problem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is so difficult that I can't solve it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is so difficult that I can't solve it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이 문제는 너무 어려워서 나는 풀 수 없다.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4 · 32번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87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She shouted at the audience because she got so angry.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She was ____________ ____________ ____________ she shouted at the audience.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She shouted at the audience because she got so angry.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She was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so angry that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she shouted at the audience.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so angry that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그녀는 너무 화가 나서 청중에게 소리를 질렀다.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4 · 33번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88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table is too heavy for me to carry.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The table is ____________ heavy ____________ ____________ ____________ ____________ it.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table is too heavy for me to carry.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The table is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so,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heavy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that I can’t carry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it.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so, that I can’t carry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 탁자는 너무 무거워서 나는 그것을 들 수 없다.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4 · 34번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89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Cathy was too tired to walk the dog.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Cathy was ____________ tired ____________ ____________ ____________ walk the dog.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Cathy was too tired to walk the dog.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Cathy was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so,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tired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that she couldn't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walk the dog.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so, that she couldn't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Cathy는 너무 피곤해서 개를 산책시킬 수 없었다.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4 · 35번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90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bird was very weak. So it couldn't catch the worm.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The bird was ____________ ____________ ____________ ____________ the worm.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The bird was ____________ ____________ ____________ ____________ ____________ ____________ the worm.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bird was very weak. So it couldn't catch the worm.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The bird was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too weak to catch,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the worm.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The bird was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so weak that it couldn't catch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the worm.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94233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079492"/>
            <a:ext cx="11277295" cy="159562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too weak to catch, so weak that it couldn't catch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 새는 너무 약해서 벌레를 잡을 수 없었다.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 새는 너무 약해서 벌레를 잡을 수 없었다.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5 · 01번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91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문장을 ‘so ~ that’과 ‘too ~ to’구문을 사용하여 다시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I was very sleepy.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I couldn't keep my eyes open.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(1) I was so _________________________________________.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(2) I was _____________________________________________.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문장을 ‘so ~ that’과 ‘too ~ to’구문을 사용하여 다시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I was very sleepy.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I couldn't keep my eyes open.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(1) I was so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sleepy that I couldn't keep my eyes open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(2) I was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too sleepy to keep my eyes open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94233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079492"/>
            <a:ext cx="11277295" cy="159562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600" b="1" i="0" u="none">
                <a:solidFill>
                  <a:srgbClr val="5A4200"/>
                </a:solidFill>
                <a:latin typeface="맑은 고딕"/>
              </a:rPr>
              <a:t>정답:  (1) sleepy that I couldn't keep my eyes open   /   (2) too sleepy to keep my eyes open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나는 너무 졸려서 눈을 뜨고 있을 수 없었다.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나는 너무 졸려서 눈을 뜨고 있을 수 없었다.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5 · 02번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92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문장을 ‘so ~ that’과 ‘too ~ to’구문을 사용하여 다시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She was very busy.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She couldn't take summer holiday last year.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문장을 ‘so ~ that’과 ‘too ~ to’구문을 사용하여 다시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She was very busy.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She couldn't take summer holiday last year.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(1) She was so busy that she couldn't take summer holiday last year.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(2) She was too busy to take summer holiday last year.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94233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079492"/>
            <a:ext cx="11277295" cy="159562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1" i="0" u="none">
                <a:solidFill>
                  <a:srgbClr val="5A4200"/>
                </a:solidFill>
                <a:latin typeface="맑은 고딕"/>
              </a:rPr>
              <a:t>정답:  (1) She was so busy that she couldn't take summer holiday last year.   /   (2) She was too busy to take summer holiday last year.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그녀는 너무 바빠서 작년에 여름휴가를 갈 수 없었다.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그녀는 너무 바빠서 작년에 여름휴가를 갈 수 없었다.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5 · 03번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93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문장을 ‘so ~ that’과 ‘too ~ to’구문을 사용하여 다시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I was sick.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I couldn't do my homework.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문장을 ‘so ~ that’과 ‘too ~ to’구문을 사용하여 다시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I was sick.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I couldn't do my homework.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(1) I was so sick that I couldn't do my homework.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(2) I was too sick to do my homework.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94233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079492"/>
            <a:ext cx="11277295" cy="159562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600" b="1" i="0" u="none">
                <a:solidFill>
                  <a:srgbClr val="5A4200"/>
                </a:solidFill>
                <a:latin typeface="맑은 고딕"/>
              </a:rPr>
              <a:t>정답:  (1) I was so sick that I couldn't do my homework.   /   (2) I was too sick to do my homework.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나는 너무 아파서 숙제를 할 수 없었다.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나는 너무 아파서 숙제를 할 수 없었다.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5 · 04번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94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문장을 ‘so ~ that’과 ‘too ~ to’구문을 사용하여 다시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The girl was nervous.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She couldn't sit still.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(1) The girl ___________________________________________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문장을 ‘so ~ that’과 ‘too ~ to’구문을 사용하여 다시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The girl was nervous.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She couldn't sit still.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(1) The girl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(1) was so nervous that she couldn't sit still (2) The girl was too nervous to sit still.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94233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079492"/>
            <a:ext cx="11277295" cy="159562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1" i="0" u="none">
                <a:solidFill>
                  <a:srgbClr val="5A4200"/>
                </a:solidFill>
                <a:latin typeface="맑은 고딕"/>
              </a:rPr>
              <a:t>정답:  (1) was so nervous that she couldn't sit still   /   (2) The girl was too nervous to sit still.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 소녀는 너무 긴장해서 가만히 앉아 있을 수 없었다.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 소녀는 너무 긴장해서 가만히 앉아 있을 수 없었다.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5 · 05번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95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문장을 ‘so ~ that’과 ‘too ~ to’구문을 사용하여 다시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We were late.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We couldn't go to the party.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문장을 ‘so ~ that’과 ‘too ~ to’구문을 사용하여 다시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We were late.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We couldn't go to the party.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(1) We were so late that we couldn't go to the party.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(2) We were too late to go to the party.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94233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079492"/>
            <a:ext cx="11277295" cy="159562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1" i="0" u="none">
                <a:solidFill>
                  <a:srgbClr val="5A4200"/>
                </a:solidFill>
                <a:latin typeface="맑은 고딕"/>
              </a:rPr>
              <a:t>정답:  (1) We were so late that we couldn't go to the party.   /   (2) We were too late to go to the party.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우리는 너무 늦어서 파티에 갈 수 없었다.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우리는 너무 늦어서 파티에 갈 수 없었다.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5 · 06번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96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문장을 ‘so ~ that’과 ‘too ~ to’구문을 사용하여 다시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I was so sleepy.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I couldn’t focus in class.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문장을 ‘so ~ that’과 ‘too ~ to’구문을 사용하여 다시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I was so sleepy.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I couldn’t focus in class.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(1) I was so sleepy that I couldn’t focus in class.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(2) I was too sleepy to focus in class.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94233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079492"/>
            <a:ext cx="11277295" cy="159562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1" i="0" u="none">
                <a:solidFill>
                  <a:srgbClr val="5A4200"/>
                </a:solidFill>
                <a:latin typeface="맑은 고딕"/>
              </a:rPr>
              <a:t>정답:  (1) I was so sleepy that I couldn’t focus in class.   /   (2) I was too sleepy to focus in class.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나는 너무 졸려서 수업에 집중할 수 없었다.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나는 너무 졸려서 수업에 집중할 수 없었다.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5 · 07번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97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문장을 ‘so ~ that’과 ‘too ~ to’구문을 사용하여 다시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She was exhausted.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She couldn't take care of her two brothers any more.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문장을 ‘so ~ that’과 ‘too ~ to’구문을 사용하여 다시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She was exhausted.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She couldn't take care of her two brothers any more.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(1) She was so exhausted that she couldn't take care of her two brothers any more.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(2) She was too exhausted to take care of her two brothers any more.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94233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079492"/>
            <a:ext cx="11277295" cy="159562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1" i="0" u="none">
                <a:solidFill>
                  <a:srgbClr val="5A4200"/>
                </a:solidFill>
                <a:latin typeface="맑은 고딕"/>
              </a:rPr>
              <a:t>정답:  (1) She was so exhausted that she couldn't take care of her two brothers any more.   /   (2) She was too exhausted to take care of her two brothers any more.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그녀는 너무 지쳐서 더 이상 두 남동생을 돌볼 수 없었다.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그녀는 너무 지쳐서 더 이상 두 남동생을 돌볼 수 없었다.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5 · 08번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98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문장을 ‘so ~ that’과 ‘too ~ to’구문을 사용하여 다시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The bags are very heavy.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She can't carry them.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(1) The bags _________________________________________.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(2) The bags _________________________________________.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문장을 ‘so ~ that’과 ‘too ~ to’구문을 사용하여 다시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The bags are very heavy.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She can't carry them.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(1) The bags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are so heavy that she can’t carry them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(2) The bags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too heavy for her to carry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94233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079492"/>
            <a:ext cx="11277295" cy="159562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600" b="1" i="0" u="none">
                <a:solidFill>
                  <a:srgbClr val="5A4200"/>
                </a:solidFill>
                <a:latin typeface="맑은 고딕"/>
              </a:rPr>
              <a:t>정답:  (1) are so heavy that she can’t carry them   /   (2) too heavy for her to carry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 가방들은 너무 무거워서 그녀는 그것들을 들 수 없다.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 가방들은 너무 무거워서 그녀는 그것들을 들 수 없다.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5 · 09번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99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문장을 ‘so ~ that’과 ‘too ~ to’구문을 사용하여 다시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The book is difficult.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I can't understand it.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(1) The book _________________________________________.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(2) The book _________________________________________.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문장을 ‘so ~ that’과 ‘too ~ to’구문을 사용하여 다시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The book is difficult.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I can't understand it.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(1) The book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is so difficult that I can’t understand it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(2) The book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is too difficult for me to understand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94233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079492"/>
            <a:ext cx="11277295" cy="159562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600" b="1" i="0" u="none">
                <a:solidFill>
                  <a:srgbClr val="5A4200"/>
                </a:solidFill>
                <a:latin typeface="맑은 고딕"/>
              </a:rPr>
              <a:t>정답:  (1) is so difficult that I can’t understand it   /   (2) is too difficult for me to understand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 책은 너무 어려워서 나는 이해할 수 없다.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 책은 너무 어려워서 나는 이해할 수 없다.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5 · 10번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100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문장을 ‘so ~ that’과 ‘too ~ to’구문을 사용하여 다시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The shirt was very small.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I couldn't wear it.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문장을 ‘so ~ that’과 ‘too ~ to’구문을 사용하여 다시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The shirt was very small.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I couldn't wear it.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(1) The shirt was so small that I couldn't wear it.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(2) The shirt was too small for me to wear.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94233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079492"/>
            <a:ext cx="11277295" cy="159562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1" i="0" u="none">
                <a:solidFill>
                  <a:srgbClr val="5A4200"/>
                </a:solidFill>
                <a:latin typeface="맑은 고딕"/>
              </a:rPr>
              <a:t>정답:  (1) The shirt was so small that I couldn't wear it.   /   (2) The shirt was too small for me to wear.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 셔츠는 너무 작아서 나는 입을 수 없었다.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 셔츠는 너무 작아서 나는 입을 수 없었다.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6 · 01번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101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우리말을 ‘so ~ that …’과 ‘too ~ to …’구문을 사용하여 영작하시오.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그녀는 너무 늙어서 빨리 달릴 수 없었다.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(1) She was so _______________________________________.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(2) She was ___________________________________________.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우리말을 ‘so ~ that …’과 ‘too ~ to …’구문을 사용하여 영작하시오.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그녀는 너무 늙어서 빨리 달릴 수 없었다.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(1) She was so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old that she couldn't run fast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(2) She was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too old to run fast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600" b="1" i="0" u="none">
                <a:solidFill>
                  <a:srgbClr val="5A4200"/>
                </a:solidFill>
                <a:latin typeface="맑은 고딕"/>
              </a:rPr>
              <a:t>정답:  (1) old that she couldn't run fast   /   (2) too old to run fast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6 · 02번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102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우리말을 ‘so ~ that …’과 ‘too ~ to …’구문을 사용하여 영작하시오.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Sally는 너무 아파서 밖에 나갈 수 없었다.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(1) Sally was __________________________________________.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(2) Sally was __________________________________________.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우리말을 ‘so ~ that …’과 ‘too ~ to …’구문을 사용하여 영작하시오.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Sally는 너무 아파서 밖에 나갈 수 없었다.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(1) Sally was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so sick that she couldn't go out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(2) Sally was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too sick to go out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600" b="1" i="0" u="none">
                <a:solidFill>
                  <a:srgbClr val="5A4200"/>
                </a:solidFill>
                <a:latin typeface="맑은 고딕"/>
              </a:rPr>
              <a:t>정답:  (1) so sick that she couldn't go out   /   (2) too sick to go out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6 · 03번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103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우리말을 ‘so ~ that …’과 ‘too ~ to …’구문을 사용하여 영작하시오.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그 물은 너무 뜨거워서 내가 마실 수 없었다.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(1) The water _________________________________________.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(2) The water _________________________________________.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우리말을 ‘so ~ that …’과 ‘too ~ to …’구문을 사용하여 영작하시오.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그 물은 너무 뜨거워서 내가 마실 수 없었다.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(1) The water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was so hot that I couldn't drink it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(2) The water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was too hot for me to drink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600" b="1" i="0" u="none">
                <a:solidFill>
                  <a:srgbClr val="5A4200"/>
                </a:solidFill>
                <a:latin typeface="맑은 고딕"/>
              </a:rPr>
              <a:t>정답:  (1) was so hot that I couldn't drink it   /   (2) was too hot for me to drink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6 · 04번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104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우리말을 ‘so ~ that …’과 ‘too ~ to …’구문을 사용하여 영작하시오.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나는 내 아들과 함께 놀아주기에 너무나 바빴다.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우리말을 ‘so ~ that …’과 ‘too ~ to …’구문을 사용하여 영작하시오.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나는 내 아들과 함께 놀아주기에 너무나 바빴다.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(1) I was so busy that I couldn't play with my son.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(1) I was too busy to play with my son.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1" i="0" u="none">
                <a:solidFill>
                  <a:srgbClr val="5A4200"/>
                </a:solidFill>
                <a:latin typeface="맑은 고딕"/>
              </a:rPr>
              <a:t>정답:  (1) I was so busy that I couldn't play with my son.   /   (1) I was too busy to play with my son.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6 · 05번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105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우리말을 ‘so ~ that …’과 ‘too ~ to …’구문을 사용하여 영작하시오.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그 노트북은 너무 비싸서 나는 그것을 살 수 없었다.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(1) The laptop ________________________________________.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(2) The laptop ________________________________________.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우리말을 ‘so ~ that …’과 ‘too ~ to …’구문을 사용하여 영작하시오.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그 노트북은 너무 비싸서 나는 그것을 살 수 없었다.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(1) The laptop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was so expensive that I couldn’t buy it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(2) The laptop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was too expensive for me to buy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600" b="1" i="0" u="none">
                <a:solidFill>
                  <a:srgbClr val="5A4200"/>
                </a:solidFill>
                <a:latin typeface="맑은 고딕"/>
              </a:rPr>
              <a:t>정답:  (1) was so expensive that I couldn’t buy it   /   (2) was too expensive for me to buy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7 · 01번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106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문장들을 ‘so ~ that …’또는 ‘too ~ to …’구문으로 다시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She is so young that she can`t go to school.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문장들을 ‘so ~ that …’또는 ‘too ~ to …’구문으로 다시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She is so young that she can`t go to school.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She is too young to go to school.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She is too young to go to school.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그녀는 너무 어려서 학교에 갈 수 없다.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7 · 02번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107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문장들을 ‘so ~ that …’또는 ‘too ~ to …’구문으로 다시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Judy was too full to drink a glass of water.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문장들을 ‘so ~ that …’또는 ‘too ~ to …’구문으로 다시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Judy was too full to drink a glass of water.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Judy was so full that she couldn't drink a glass of water.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Judy was so full that she couldn't drink a glass of water.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Judy는 너무 배가 불러서 물 한 잔도 마실 수 없었다.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7 · 03번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108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문장들을 ‘so ~ that …’또는 ‘too ~ to …’구문으로 다시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Tom was so shy that he couldn’t ask out Anne for a date.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문장들을 ‘so ~ that …’또는 ‘too ~ to …’구문으로 다시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Tom was so shy that he couldn’t ask out Anne for a date.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Tom was too shy to ask out Anne for a date.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Tom was too shy to ask out Anne for a date.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Tom은 너무 수줍어서 Anne에게 데이트를 신청할 수 없었다.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7 · 04번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109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문장들을 ‘so ~ that …’또는 ‘too ~ to …’구문으로 다시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Amelia was so weak that she couldn‘t travel long distance.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문장들을 ‘so ~ that …’또는 ‘too ~ to …’구문으로 다시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Amelia was so weak that she couldn‘t travel long distance.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Amelia was too weak to travel long distance.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Amelia was too weak to travel long distance.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Amelia는 너무 약해서 먼 거리를 여행할 수 없었다.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7 · 05번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110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문장들을 ‘so ~ that …’또는 ‘too ~ to …’구문으로 다시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My daughter is too young to go to school.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문장들을 ‘so ~ that …’또는 ‘too ~ to …’구문으로 다시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My daughter is too young to go to school.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My daughter is so young that she can’t go to school.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My daughter is so young that she can’t go to school.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내 딸은 너무 어려서 학교에 갈 수 없다.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7 · 06번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111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문장들을 ‘so ~ that …’또는 ‘too ~ to …’구문으로 다시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She is so polite that she can't refuse the proposal.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문장들을 ‘so ~ that …’또는 ‘too ~ to …’구문으로 다시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She is so polite that she can't refuse the proposal.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She is too polite to refuse the proposal.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She is too polite to refuse the proposal.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그녀는 너무 예의 바라서 그 제안을 거절할 수 없다.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7 · 07번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112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문장들을 ‘so ~ that …’또는 ‘too ~ to …’구문으로 다시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tea was too hot for me to drink.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문장들을 ‘so ~ that …’또는 ‘too ~ to …’구문으로 다시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tea was too hot for me to drink.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The tea was so hot that I couldn’t drink it.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The tea was so hot that I couldn’t drink it.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 차는 너무 뜨거워서 나는 마실 수 없었다.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7 · 08번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113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문장들을 ‘so ~ that …’또는 ‘too ~ to …’구문으로 다시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We are so tired that we can’t walk anymore.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문장들을 ‘so ~ that …’또는 ‘too ~ to …’구문으로 다시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We are so tired that we can’t walk anymore.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We are too tired to walk anymore.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We are too tired to walk anymore.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우리는 너무 피곤해서 더 이상 걸을 수 없다.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7 · 09번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114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문장들을 ‘so ~ that …’또는 ‘too ~ to …’구문으로 다시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Lucy was too lazy to finish the work on time.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문장들을 ‘so ~ that …’또는 ‘too ~ to …’구문으로 다시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Lucy was too lazy to finish the work on time.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Lucy was so lazy that she couldn’t finish the work on time.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Lucy was so lazy that she couldn’t finish the work on time.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Lucy는 너무 게을러서 제시간에 일을 끝낼 수 없었다.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7 · 10번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115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문장들을 ‘so ~ that …’또는 ‘too ~ to …’구문으로 다시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problem was so difficult that I couldn’t find the answer.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문장들을 ‘so ~ that …’또는 ‘too ~ to …’구문으로 다시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problem was so difficult that I couldn’t find the answer.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The problem was too difficult for me to find the answer.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The problem was too difficult for me to find the answer.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 문제는 너무 어려워서 나는 답을 찾을 수 없었다.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7 · 11번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116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문장들을 ‘so ~ that …’또는 ‘too ~ to …’구문으로 다시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stone is so heavy that you can't lift it.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문장들을 ‘so ~ that …’또는 ‘too ~ to …’구문으로 다시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stone is so heavy that you can't lift it.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The stone is too heavy for you to lift.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The stone is too heavy for you to lift.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 돌은 너무 무거워서 너는 들 수 없다.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7 · 12번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117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문장들을 ‘so ~ that …’또는 ‘too ~ to …’구문으로 다시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She is too arrogant to speak to us.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문장들을 ‘so ~ that …’또는 ‘too ~ to …’구문으로 다시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She is too arrogant to speak to us.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She is so arrogant that she can’t speak to us.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She is so arrogant that she can’t speak to us.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그녀는 너무 거만해서 우리에게 말을 걸 수 없다.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7 · 13번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118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문장들을 ‘so ~ that …’또는 ‘too ~ to …’구문으로 다시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movie was so boring that I couldn't watch all the way to the end.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문장들을 ‘so ~ that …’또는 ‘too ~ to …’구문으로 다시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movie was so boring that I couldn't watch all the way to the end.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The movie was too boring for me to watch all the way to the end.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600" b="1" i="0" u="none">
                <a:solidFill>
                  <a:srgbClr val="5A4200"/>
                </a:solidFill>
                <a:latin typeface="맑은 고딕"/>
              </a:rPr>
              <a:t>정답:  The movie was too boring for me to watch all the way to the end.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 영화는 너무 지루해서 나는 끝까지 볼 수 없었다.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7 · 14번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119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문장들을 ‘so ~ that …’또는 ‘too ~ to …’구문으로 다시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 is so poor that he can't buy it.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문장들을 ‘so ~ that …’또는 ‘too ~ to …’구문으로 다시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 is so poor that he can't buy it.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He is too poor to buy it.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He is too poor to buy it.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그는 너무 가난해서 그것을 살 수 없다.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7 · 15번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120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문장들을 ‘so ~ that …’또는 ‘too ~ to …’구문으로 다시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pants are too tight for him to wear.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문장들을 ‘so ~ that …’또는 ‘too ~ to …’구문으로 다시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pants are too tight for him to wear.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The pants are so tight that he can't wear them.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The pants are so tight that he can't wear them.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 바지는 너무 꽉 껴서 그는 입을 수 없다.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7 · 16번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121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문장들을 ‘so ~ that …’또는 ‘too ~ to …’구문으로 다시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When I finished cleaning, I was too tired to exercise.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문장들을 ‘so ~ that …’또는 ‘too ~ to …’구문으로 다시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When I finished cleaning, I was too tired to exercise.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When I finished cleaning, I was so tired that I couldn't exercise.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600" b="1" i="0" u="none">
                <a:solidFill>
                  <a:srgbClr val="5A4200"/>
                </a:solidFill>
                <a:latin typeface="맑은 고딕"/>
              </a:rPr>
              <a:t>정답:  When I finished cleaning, I was so tired that I couldn't exercise.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청소를 끝냈을 때 나는 너무 피곤해서 운동을 할 수 없었다.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7 · 17번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122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문장들을 ‘so ~ that …’또는 ‘too ~ to …’구문으로 다시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 is too proud to admit his fault.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문장들을 ‘so ~ that …’또는 ‘too ~ to …’구문으로 다시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 is too proud to admit his fault.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He is so proud that he can’t admit his fault.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He is so proud that he can’t admit his fault.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그는 너무 자존심이 강해서 자신의 잘못을 인정할 수 없다.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7 · 18번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123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문장들을 ‘so ~ that …’또는 ‘too ~ to …’구문으로 다시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This news is too good to be true.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문장들을 ‘so ~ that …’또는 ‘too ~ to …’구문으로 다시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This news is too good to be true.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This news is so good that it cannot be true.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This news is so good that it cannot be true.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이 소식은 너무 좋아서 사실일 수 없다.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7 · 19번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124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문장들을 ‘so ~ that …’또는 ‘too ~ to …’구문으로 다시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 was too hopeless to learn anything.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문장들을 ‘so ~ that …’또는 ‘too ~ to …’구문으로 다시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 was too hopeless to learn anything.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He was so hopeless that he couldn't learn anything.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He was so hopeless that he couldn't learn anything.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그는 너무 희망이 없어서 아무것도 배울 수 없었다.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7 · 20번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125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문장들을 ‘so ~ that …’또는 ‘too ~ to …’구문으로 다시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My father was so tired that he couldn't drive.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문장들을 ‘so ~ that …’또는 ‘too ~ to …’구문으로 다시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My father was so tired that he couldn't drive.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My father was too tired to drive.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My father was too tired to drive.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우리 아버지는 너무 피곤해서 운전할 수 없었다.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7 · 21번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126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문장들을 ‘so ~ that …’또는 ‘too ~ to …’구문으로 다시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His friends warned him that the fox was too mean to be a friend.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문장들을 ‘so ~ that …’또는 ‘too ~ to …’구문으로 다시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His friends warned him that the fox was too mean to be a friend.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His friends warned him that the fox was so mean that he[she] couldn’t be a friend.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600" b="1" i="0" u="none">
                <a:solidFill>
                  <a:srgbClr val="5A4200"/>
                </a:solidFill>
                <a:latin typeface="맑은 고딕"/>
              </a:rPr>
              <a:t>정답:  His friends warned him that the fox was so mean that he[she] couldn’t be a friend.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그의 친구들은 그 여우가 너무 못돼서 친구가 될 수 없다고 그에게 경고했다.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8 · 01번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127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so를 사용하여 박스 안에 주어진 단어들로 빈칸을 채우시오. (필요시, 형태를 바꾸시오.)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interesting    shocked    expensive    come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watch    fast    buy    move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movie was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so interesting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that I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watched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it again.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sweater was ___________________________ that Kate couldn't ______________ it.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so를 사용하여 박스 안에 주어진 단어들로 빈칸을 채우시오. (필요시, 형태를 바꾸시오.)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interesting    shocked    expensive    come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watch    fast    buy    move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movie was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so interesting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that I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watched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it again.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sweater was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so expensive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that Kate couldn't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buy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it.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so expensive, buy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 스웨터는 너무 비싸서 Kate는 그것을 살 수 없었다.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8 · 02번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128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so를 사용하여 박스 안에 주어진 단어들로 빈칸을 채우시오. (필요시, 형태를 바꾸시오.)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interesting    shocked    expensive    come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watch    fast    buy    move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movie was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so interesting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that I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watched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it again.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Junho was ___________________________ that he could _____________ in first.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so를 사용하여 박스 안에 주어진 단어들로 빈칸을 채우시오. (필요시, 형태를 바꾸시오.)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interesting    shocked    expensive    come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watch    fast    buy    move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movie was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so interesting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that I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watched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it again.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Junho was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so fast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that he could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come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in first.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so fast, come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준호는 너무 빨라서 1등으로 들어올 수 있었다.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8 · 03번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129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so를 사용하여 박스 안에 주어진 단어들로 빈칸을 채우시오. (필요시, 형태를 바꾸시오.)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interesting    shocked    expensive    come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watch    fast    buy    move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movie was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so interesting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that I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watched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it again.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Susie was ___________________________ that she couldn’t _______________ even a step.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fast    busy    early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attend    get    follow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so를 사용하여 박스 안에 주어진 단어들로 빈칸을 채우시오. (필요시, 형태를 바꾸시오.)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interesting    shocked    expensive    come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watch    fast    buy    move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movie was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so interesting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that I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watched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it again.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Susie was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so shocked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that she couldn’t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move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even a step.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fast    busy    early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attend    get    follow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so shocked, move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Susie는 너무 놀라서 한 발자국도 움직일 수 없었다.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8 · 04번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130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so를 사용하여 박스 안에 주어진 단어들로 빈칸을 채우시오. (필요시, 형태를 바꾸시오.)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interesting    shocked    expensive    come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watch    fast    buy    move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movie was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so interesting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that I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watched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it again.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Junsu runs ___________________________ that Hanna can't _______________ him.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so를 사용하여 박스 안에 주어진 단어들로 빈칸을 채우시오. (필요시, 형태를 바꾸시오.)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interesting    shocked    expensive    come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watch    fast    buy    move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movie was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so interesting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that I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watched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it again.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Junsu runs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so fast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that Hanna can't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follow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him.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so fast, follow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준수는 너무 빨리 달려서 Hanna는 그를 따라갈 수 없다.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8 · 05번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131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so를 사용하여 박스 안에 주어진 단어들로 빈칸을 채우시오. (필요시, 형태를 바꾸시오.)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interesting    shocked    expensive    come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watch    fast    buy    move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movie was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so interesting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that I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watched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it again.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Sunny was ___________________________ that she could not ______________ the meeting.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so를 사용하여 박스 안에 주어진 단어들로 빈칸을 채우시오. (필요시, 형태를 바꾸시오.)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interesting    shocked    expensive    come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watch    fast    buy    move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movie was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so interesting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that I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watched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it again.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Sunny was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so busy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that she could not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attend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the meeting.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so busy, attend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Sunny는 너무 바빠서 회의에 참석할 수 없었다.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8 · 06번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132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so를 사용하여 박스 안에 주어진 단어들로 빈칸을 채우시오. (필요시, 형태를 바꾸시오.)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interesting    shocked    expensive    come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watch    fast    buy    move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movie was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so interesting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that I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watched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it again.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Judy arrived ___________________________ that she could _______________ a good seat.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strong    stay    hot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burn    blow    sick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so를 사용하여 박스 안에 주어진 단어들로 빈칸을 채우시오. (필요시, 형태를 바꾸시오.)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interesting    shocked    expensive    come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watch    fast    buy    move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movie was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so interesting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that I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watched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it again.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Judy arrived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so early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that she could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get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a good seat.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strong    stay    hot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burn    blow    sick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so early, get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Judy는 너무 일찍 도착해서 좋은 자리를 잡을 수 있었다.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8 · 07번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133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so를 사용하여 박스 안에 주어진 단어들로 빈칸을 채우시오. (필요시, 형태를 바꾸시오.)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interesting    shocked    expensive    come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watch    fast    buy    move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movie was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so interesting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that I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watched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it again.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wind was ___________________________ that it ______________ my hat off my head.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so를 사용하여 박스 안에 주어진 단어들로 빈칸을 채우시오. (필요시, 형태를 바꾸시오.)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interesting    shocked    expensive    come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watch    fast    buy    move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movie was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so interesting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that I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watched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it again.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wind was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so strong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that it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blew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my hat off my head.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so strong, blew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바람이 너무 세서 내 모자가 머리에서 날아갔다.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8 · 08번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134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so를 사용하여 박스 안에 주어진 단어들로 빈칸을 채우시오. (필요시, 형태를 바꾸시오.)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interesting    shocked    expensive    come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watch    fast    buy    move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movie was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so interesting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that I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watched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it again.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food was ___________________________ that It ______________ my tongue.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so를 사용하여 박스 안에 주어진 단어들로 빈칸을 채우시오. (필요시, 형태를 바꾸시오.)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interesting    shocked    expensive    come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watch    fast    buy    move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movie was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so interesting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that I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watched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it again.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food was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so hot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that It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burned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my tongue.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so hot, burned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 음식이 너무 뜨거워서 혀를 데었다.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8 · 09번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135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so를 사용하여 박스 안에 주어진 단어들로 빈칸을 채우시오. (필요시, 형태를 바꾸시오.)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interesting    shocked    expensive    come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watch    fast    buy    move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movie was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so interesting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that I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watched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it again.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 was ___________________________ that I had to ______________ in bed all day.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forget    loud    love    touched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busy    nice    hear    cry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so를 사용하여 박스 안에 주어진 단어들로 빈칸을 채우시오. (필요시, 형태를 바꾸시오.)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interesting    shocked    expensive    come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watch    fast    buy    move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movie was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so interesting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that I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watched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it again.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 was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so sick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that I had to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stay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in bed all day.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forget    loud    love    touched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busy    nice    hear    cry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so sick, stay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나는 너무 아파서 하루 종일 침대에 누워 있어야 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8 · 10번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136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so를 사용하여 박스 안에 주어진 단어들로 빈칸을 채우시오. (필요시, 형태를 바꾸시오.)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interesting    shocked    expensive    come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watch    fast    buy    move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movie was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so interesting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that I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watched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it again.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Sunny was ___________________________ that she almost ______________.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so를 사용하여 박스 안에 주어진 단어들로 빈칸을 채우시오. (필요시, 형태를 바꾸시오.)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interesting    shocked    expensive    come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watch    fast    buy    move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movie was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so interesting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that I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watched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it again.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Sunny was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so touched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that she almost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cried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so touched, cried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Sunny는 너무 감동해서 거의 울 뻔했다.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8 · 11번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137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so를 사용하여 박스 안에 주어진 단어들로 빈칸을 채우시오. (필요시, 형태를 바꾸시오.)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interesting    shocked    expensive    come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watch    fast    buy    move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movie was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so interesting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that I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watched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it again.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Jiseop’s voice is ___________________________ that it can ________________ from far away.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so를 사용하여 박스 안에 주어진 단어들로 빈칸을 채우시오. (필요시, 형태를 바꾸시오.)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interesting    shocked    expensive    come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watch    fast    buy    move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movie was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so interesting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that I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watched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it again.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Jiseop’s voice is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so loud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that it can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be heard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from far away.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so loud, be heard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지섭이의 목소리는 너무 커서 멀리서도 들릴 수 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8 · 12번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138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so를 사용하여 박스 안에 주어진 단어들로 빈칸을 채우시오. (필요시, 형태를 바꾸시오.)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interesting    shocked    expensive    come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watch    fast    buy    move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movie was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so interesting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that I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watched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it again.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Jihun was ___________________________ that he ______________ to do his homework.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so를 사용하여 박스 안에 주어진 단어들로 빈칸을 채우시오. (필요시, 형태를 바꾸시오.)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interesting    shocked    expensive    come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watch    fast    buy    move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movie was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so interesting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that I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watched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it again.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Jihun was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so busy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that he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forgot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to do his homework.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so busy, forgot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지훈이는 너무 바빠서 숙제하는 것을 잊었다.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8 · 13번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139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so를 사용하여 박스 안에 주어진 단어들로 빈칸을 채우시오. (필요시, 형태를 바꾸시오.)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interesting    shocked    expensive    come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watch    fast    buy    move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movie was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so interesting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that I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watched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it again.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Sungkyu is ___________________________ that everyone ______________ him.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so를 사용하여 박스 안에 주어진 단어들로 빈칸을 채우시오. (필요시, 형태를 바꾸시오.)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interesting    shocked    expensive    come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watch    fast    buy    move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movie was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so interesting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that I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watched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it again.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Sungkyu is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so nice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that everyone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loves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him.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so nice, loves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성규는 너무 착해서 모두가 그를 사랑한다.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9 · 01번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140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Mr. Kim is so kind that his students like.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Mr. Kim is so kind that his students like.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like → like him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like → like him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Kim 선생님은 너무 친절해서 학생들이 그를 좋아한다.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9 · 02번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141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place was beautiful so that they wanted to live there.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place was beautiful so that they wanted to live there.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beautiful so → so beautiful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beautiful so → so beautiful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 장소는 너무 아름다워서 그들은 거기서 살고 싶어 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9 · 03번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142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My brother is so young that can't see the movie.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My brother is so young that can't see the movie.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that can't → that he can't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that can't → that he can't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내 동생은 너무 어려서 그 영화를 볼 수 없다.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9 · 04번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143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bus started so sudden that I fell over.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bus started so sudden that I fell over.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sudden → suddenly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sudden → suddenly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버스가 너무 갑자기 출발해서 나는 넘어졌다.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9 · 05번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144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She was so busy that she can't call him.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She was so busy that she can't call him.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can't → couldn't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can't → couldn't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그녀는 너무 바빠서 그에게 전화할 수 없었다.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9 · 06번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145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bag was so expensive that he couldn't buy.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bag was so expensive that he couldn't buy.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couldn't buy → couldn't buy it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couldn't buy → couldn't buy it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 가방은 너무 비싸서 그는 그것을 살 수 없었다.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9 · 07번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146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She was so pretty that I can't be angry at her.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She was so pretty that I can't be angry at her.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can't → couldn't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can't → couldn't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그녀는 너무 예뻐서 나는 그녀에게 화를 낼 수 없었다.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9 · 08번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147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food was so hot that we couldn't eat.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food was so hot that we couldn't eat.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eat → eat it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eat → eat it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 음식은 너무 뜨거워서 우리는 그것을 먹을 수 없었다.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9 · 09번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148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plan was so well that I accepted it.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plan was so well that I accepted it.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well → good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well → good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 계획은 너무 좋아서 나는 그것을 받아들였다.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9 · 10번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149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actor was so nervously that he forgot what to do next.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actor was so nervously that he forgot what to do next.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nervously → nervous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nervously → nervous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 배우는 너무 긴장해서 다음에 무엇을 해야 할지 잊어버렸다.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9 · 11번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150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book is so difficult that I can't read.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book is so difficult that I can't read.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read → read it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read → read it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 책은 너무 어려워서 나는 읽을 수 없다.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9 · 12번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151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That box is too big for her to carry it.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That box is too big for her to carry it.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carry it → carry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carry it → carry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저 상자는 너무 커서 그녀가 들 수 없다.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9 · 13번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152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question is too easy that I can answer it.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question is too easy that I can answer it.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too → so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too → so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 문제는 너무 쉬워서 나는 답할 수 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9 · 14번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153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book was so difficult to interest readers.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book was so difficult to interest readers.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so → too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so → too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 책은 너무 어려워서 독자들의 흥미를 끌 수 없었다.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9 · 15번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154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 was too busy answering the phone.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 was too busy answering the phone.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answering → to answer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answering → to answer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그는 너무 바빠서 전화를 받을 수 없었다.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9 · 16번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155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table was too heavy for me to move it.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table was too heavy for me to move it.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move it → move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move it → move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 탁자는 너무 무거워서 내가 옮길 수 없었다.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9 · 17번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156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Minji was so shocked that she can’t say a word.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Minji was so shocked that she can’t say a word.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can’t → couldn’t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can’t → couldn’t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민지는 너무 충격을 받아서 한 마디도 할 수 없었다.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9 · 18번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157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Mary was so busy to have lunch.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Mary was so busy to have lunch.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so → too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so → too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Mary는 너무 바빠서 점심을 먹을 수 없었다.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9 · 19번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158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doll was so cute that I buy it.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doll was so cute that I buy it.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buy → bought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buy → bought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 인형이 너무 귀여워서 나는 그것을 샀다.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9 · 20번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159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 was too poor buying the bag.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 was too poor buying the bag.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buying → to buy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buying → to buy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그는 너무 가난해서 그 가방을 살 수 없었다.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9 · 21번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160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dress is too small for her to wear it.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dress is too small for her to wear it.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wear it → wear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wear it → wear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 드레스는 너무 작아서 그녀가 입을 수 없다.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9 · 22번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161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It is too late that I can't play the piano.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It is too late that I can't play the piano.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too → so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too → so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너무 늦어서 나는 피아노를 칠 수 없다.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9 · 23번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162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 is so busy to go to the movie today.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 is so busy to go to the movie today.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so → too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so → too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그는 너무 바빠서 오늘 영화를 보러 갈 수 없다.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9 · 24번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163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 was so thirsty to want to drink something.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 was so thirsty to want to drink something.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to want to drink something → that he wanted to drink something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600" b="1" i="0" u="none">
                <a:solidFill>
                  <a:srgbClr val="5A4200"/>
                </a:solidFill>
                <a:latin typeface="맑은 고딕"/>
              </a:rPr>
              <a:t>정답:  to want to drink something → that he wanted to drink something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그는 너무 목이 말라서 무언가를 마시고 싶었다.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9 · 25번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164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It rained so hard that I can't go out.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It rained so hard that I can't go out.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can't → couldn't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can't → couldn't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비가 너무 세게 내려서 나는 밖에 나갈 수 없었다.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9 · 26번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165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She runs too fast that we can't catch her.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She runs too fast that we can't catch her.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too → so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too → so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그녀는 너무 빨리 달려서 우리는 그녀를 잡을 수 없다.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9 · 27번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166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movie was so boring for him to sleep.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movie was so boring for him to sleep.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for him to sleep → that he slept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for him to sleep → that he slept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 영화는 너무 지루해서 그는 잠이 들었다.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9 · 28번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167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My eyes were very painful that I went to see a doctor.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My eyes were very painful that I went to see a doctor.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very → so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very → so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내 눈이 너무 아파서 나는 병원에 갔다.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9 · 29번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168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soup was too hot that I couldn't eat it.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soup was too hot that I couldn't eat it.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too → so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too → so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 수프는 너무 뜨거워서 나는 먹을 수 없었다.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9 · 30번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169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 was so full that he can't eat anything more.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 was so full that he can't eat anything more.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can't → couldn't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can't → couldn't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그는 너무 배가 불러서 더 이상 아무것도 먹을 수 없었다.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9 · 31번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170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 was too kind that he could take me home.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 was too kind that he could take me home.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too → so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too → so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그는 너무 친절해서 나를 집에 데려다줄 수 있었다.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9 · 32번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171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It was very amazing that we would never forget it.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It was very amazing that we would never forget it.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very → so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very → so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그것은 너무 놀라워서 우리는 결코 잊지 못할 것이다.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9 · 33번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172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book was too good that I couldn't put it down.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book was too good that I couldn't put it down.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too →so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too →so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 책은 너무 좋아서 나는 내려놓을 수 없었다.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9 · 34번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173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Mike was so shy that he can't ask a question to his teacher.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Mike was so shy that he can't ask a question to his teacher.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can't → couldn't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can't → couldn't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Mike는 너무 수줍어서 선생님께 질문할 수 없었다.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9 · 35번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174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I’m too nervous that I can’t sleep at night.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I’m too nervous that I can’t sleep at night.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too → so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too → so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나는 너무 긴장해서 밤에 잘 수 없다.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9 · 36번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175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 threw the ball so fast that I can't catch it.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 threw the ball so fast that I can't catch it.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can't catch → couldn't catch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can't catch → couldn't catch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그는 공을 너무 빨리 던져서 나는 잡을 수 없었다.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9 · 37번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176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You speak so fastly that I can't follow you.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You speak so fastly that I can't follow you.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fastly → fast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fastly → fast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너는 너무 빨리 말해서 나는 따라갈 수 없다.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9 · 38번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177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novel was such amusing that I read it twice.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novel was such amusing that I read it twice.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such → so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such → so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 소설은 너무 재미있어서 나는 두 번 읽었다.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9 · 39번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178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She was so tired that she goes to bed early.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She was so tired that she goes to bed early.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goes → went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goes → went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그녀는 너무 피곤해서 일찍 잠자리에 들었다.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9 · 40번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179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boy was tall so that he could touch the ceiling.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boy was tall so that he could touch the ceiling.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tall so that → so tall that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tall so that → so tall that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 소년은 너무 키가 커서 천장에 손이 닿았다.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9 · 41번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180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exam was too difficult to finish it in 50 minutes.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exam was too difficult to finish it in 50 minutes.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finish it  → finish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finish it  → finish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 시험은 너무 어려워서 50분 안에 끝낼 수 없었다.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9 · 42번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181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That was so a difficult problem that nobody solved it.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That was so a difficult problem that nobody solved it.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so → such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so → such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그것은 너무 어려운 문제여서 아무도 풀지 못했다.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9 · 43번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182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 was so nervously that I couldn't do my best at the exam.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 was so nervously that I couldn't do my best at the exam.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nervously → nervous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nervously → nervous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나는 너무 긴장해서 시험에서 최선을 다할 수 없었다.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10 · 01번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183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단어들을 알맞은 순서로 배열하시오. (필요시, 변형할 것)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그 배우는 너무 긴장해서 그의 대사를 잊었다.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(the, lines, nervous, actor, he, his, was, that, forgot, so)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단어들을 알맞은 순서로 배열하시오. (필요시, 변형할 것)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그 배우는 너무 긴장해서 그의 대사를 잊었다.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 u="sng">
                <a:solidFill>
                  <a:srgbClr val="C03A2E"/>
                </a:solidFill>
                <a:latin typeface="맑은 고딕"/>
              </a:rPr>
              <a:t>The actor was so nervous that he forgot his lines.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The actor was so nervous that he forgot his lines.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10 · 02번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184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단어들을 알맞은 순서로 배열하시오. (필요시, 변형할 것)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그는 너무 바빠서 그녀의 생일 파티에 갈 수 없었다.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(birthday, that, her, he, so, to, was, busy, go, he, couldn't, party)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단어들을 알맞은 순서로 배열하시오. (필요시, 변형할 것)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그는 너무 바빠서 그녀의 생일 파티에 갈 수 없었다.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 u="sng">
                <a:solidFill>
                  <a:srgbClr val="C03A2E"/>
                </a:solidFill>
                <a:latin typeface="맑은 고딕"/>
              </a:rPr>
              <a:t>He was so busy that he couldn't go to her birthday party.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He was so busy that he couldn't go to her birthday party.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10 · 03번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185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단어들을 알맞은 순서로 배열하시오. (필요시, 변형할 것)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그 책이 너무 재미있어서 몇 시간 만에 다 읽었다.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(reading, was, within, so, the, a few, book, I, interesting, hours, that, finished, it)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단어들을 알맞은 순서로 배열하시오. (필요시, 변형할 것)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그 책이 너무 재미있어서 몇 시간 만에 다 읽었다.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 u="sng">
                <a:solidFill>
                  <a:srgbClr val="C03A2E"/>
                </a:solidFill>
                <a:latin typeface="맑은 고딕"/>
              </a:rPr>
              <a:t>The book was so interesting that I finished reading it within a few hours.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600" b="1" i="0" u="none">
                <a:solidFill>
                  <a:srgbClr val="5A4200"/>
                </a:solidFill>
                <a:latin typeface="맑은 고딕"/>
              </a:rPr>
              <a:t>정답:  The book was so interesting that I finished reading it within a few hours.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10 · 04번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186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단어들을 알맞은 순서로 배열하시오. (필요시, 변형할 것)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Cathy는 타자를 너무 빨리 쳐서 우리는 그녀의 손가락을 볼 수 없었다.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(Cathy, couldn't, fast, her, that, see, typed, so, we  fingers)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단어들을 알맞은 순서로 배열하시오. (필요시, 변형할 것)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Cathy는 타자를 너무 빨리 쳐서 우리는 그녀의 손가락을 볼 수 없었다.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 u="sng">
                <a:solidFill>
                  <a:srgbClr val="C03A2E"/>
                </a:solidFill>
                <a:latin typeface="맑은 고딕"/>
              </a:rPr>
              <a:t>Cathy typed so fast that we couldn't see her fingers.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Cathy typed so fast that we couldn't see her fingers.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10 · 05번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187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단어들을 알맞은 순서로 배열하시오. (필요시, 변형할 것)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그곳은 너무나 예뻐서 그들은 거기에 살고 싶었다.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(the, live, beautiful, so, they, was, wanted, that, to, place, there)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단어들을 알맞은 순서로 배열하시오. (필요시, 변형할 것)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그곳은 너무나 예뻐서 그들은 거기에 살고 싶었다.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 u="sng">
                <a:solidFill>
                  <a:srgbClr val="C03A2E"/>
                </a:solidFill>
                <a:latin typeface="맑은 고딕"/>
              </a:rPr>
              <a:t>The place was so beautiful that they wanted to live there.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The place was so beautiful that they wanted to live there.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10 · 06번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188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단어들을 알맞은 순서로 배열하시오. (필요시, 변형할 것)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내 동생은 너무 어려서 그 영화를 볼 수 없다.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(movie, is, brother, so, that, the, my, see, can't, young, he)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단어들을 알맞은 순서로 배열하시오. (필요시, 변형할 것)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내 동생은 너무 어려서 그 영화를 볼 수 없다.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 u="sng">
                <a:solidFill>
                  <a:srgbClr val="C03A2E"/>
                </a:solidFill>
                <a:latin typeface="맑은 고딕"/>
              </a:rPr>
              <a:t>My brother is so young that he can't see the movie.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My brother is so young that he can't see the movie.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10 · 07번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189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단어들을 알맞은 순서로 배열하시오. (필요시, 변형할 것)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Jack은 너무 작아서 놀이기구를 탈 수 없었다.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(get, be, the, to, short, Jack, ride, on, too)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단어들을 알맞은 순서로 배열하시오. (필요시, 변형할 것)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Jack은 너무 작아서 놀이기구를 탈 수 없었다.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 u="sng">
                <a:solidFill>
                  <a:srgbClr val="C03A2E"/>
                </a:solidFill>
                <a:latin typeface="맑은 고딕"/>
              </a:rPr>
              <a:t>Jack was too short to get on the ride.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Jack was too short to get on the ride.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10 · 08번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190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단어들을 알맞은 순서로 배열하시오. (필요시, 변형할 것)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나의 할머니는 아주 현명하셔서 모든 사람들이 그녀를 존경한다.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(everyone, grandma, respect, wise, her, my, that, is, so)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단어들을 알맞은 순서로 배열하시오. (필요시, 변형할 것)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나의 할머니는 아주 현명하셔서 모든 사람들이 그녀를 존경한다.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 u="sng">
                <a:solidFill>
                  <a:srgbClr val="C03A2E"/>
                </a:solidFill>
                <a:latin typeface="맑은 고딕"/>
              </a:rPr>
              <a:t>My grandma is so wise that everyone respects her.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My grandma is so wise that everyone respects her.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10 · 09번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191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단어들을 알맞은 순서로 배열하시오. (필요시, 변형할 것)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그녀는 너무 놀라서 한 발자국조차 움직일 수 없었다.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(move, shock, be, can, step, she, she, not, so, a, even, that)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단어들을 알맞은 순서로 배열하시오. (필요시, 변형할 것)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그녀는 너무 놀라서 한 발자국조차 움직일 수 없었다.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 u="sng">
                <a:solidFill>
                  <a:srgbClr val="C03A2E"/>
                </a:solidFill>
                <a:latin typeface="맑은 고딕"/>
              </a:rPr>
              <a:t>She was so shocked that she could not move even a step.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She was so shocked that she could not move even a step.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10 · 10번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192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단어들을 알맞은 순서로 배열하시오. (필요시, 변형할 것)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그 길은 너무 질척해서 걸어가기 매우 힘들다.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(on, so, to, that, is, walk, sloppy, the road, is, hard, it, very)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단어들을 알맞은 순서로 배열하시오. (필요시, 변형할 것)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그 길은 너무 질척해서 걸어가기 매우 힘들다.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 u="sng">
                <a:solidFill>
                  <a:srgbClr val="C03A2E"/>
                </a:solidFill>
                <a:latin typeface="맑은 고딕"/>
              </a:rPr>
              <a:t>The road is so sloppy that it is very hard to walk on.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The road is so sloppy that it is very hard to walk on.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10 · 11번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193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단어들을 알맞은 순서로 배열하시오. (필요시, 변형할 것)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수학 문제들이 너무 어려워서 그가 풀 수가 없었다.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(math, problems, so, he, couldn't, them, solve, difficult, were, that)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단어들을 알맞은 순서로 배열하시오. (필요시, 변형할 것)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수학 문제들이 너무 어려워서 그가 풀 수가 없었다.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 u="sng">
                <a:solidFill>
                  <a:srgbClr val="C03A2E"/>
                </a:solidFill>
                <a:latin typeface="맑은 고딕"/>
              </a:rPr>
              <a:t>Math problems were so difficult that he couldn't solve them.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600" b="1" i="0" u="none">
                <a:solidFill>
                  <a:srgbClr val="5A4200"/>
                </a:solidFill>
                <a:latin typeface="맑은 고딕"/>
              </a:rPr>
              <a:t>정답:  Math problems were so difficult that he couldn't solve them.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11 · 01번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194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문장을 영작하시오.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그 음악이 너무 커서 나는 공부할 수 없었다.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too, loud, for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문장을 영작하시오.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그 음악이 너무 커서 나는 공부할 수 없었다.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too, loud, for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The music was too loud for me to study.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The music was too loud for me to study.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11 · 02번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195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문장을 영작하시오.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Mike는 너무 배고파서 아무것도 떠올릴 수 없었다.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so, think of, anything else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문장을 영작하시오.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Mike는 너무 배고파서 아무것도 떠올릴 수 없었다.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so, think of, anything else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Mike was so hungry that he couldn’t think of anything else.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Mike was so hungry that he couldn’t think of anything else.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11 · 03번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196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문장을 영작하시오.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그것은 무척 쉬워서 누구든 할 수 있어.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it’s, easy, anyone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문장을 영작하시오.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그것은 무척 쉬워서 누구든 할 수 있어.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it’s, easy, anyone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It's so easy that anyone can do it.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It's so easy that anyone can do it.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11 · 04번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197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문장을 영작하시오.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그 여자는 힘이 아주 세서 가방들을 나를 수 있었다.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woman, that, carry, the bags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문장을 영작하시오.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그 여자는 힘이 아주 세서 가방들을 나를 수 있었다.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woman, that, carry, the bags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The woman was so strong that she could carry the bags.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The woman was so strong that she could carry the bags.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11 · 05번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198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문장을 영작하시오.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그 개는 너무 기뻐서 높이 뛰었다.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so, happy, high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문장을 영작하시오.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그 개는 너무 기뻐서 높이 뛰었다.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so, happy, high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The dog was so happy that it jumped high.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The dog was so happy that it jumped high.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11 · 06번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199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문장을 영작하시오.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그 문제는 너무 어려워서 나는 풀 수 없었다.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difficult, that, solve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문장을 영작하시오.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그 문제는 너무 어려워서 나는 풀 수 없었다.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difficult, that, solve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The problem was so difficult that I couldn't solve it.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The problem was so difficult that I couldn't solve it.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11 · 07번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200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문장을 영작하시오.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나는 매우 배가 고파서 많은 간식을 먹었다.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so, eat, a lot of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문장을 영작하시오.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나는 매우 배가 고파서 많은 간식을 먹었다.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so, eat, a lot of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I was so hungry that I ate a lot of snack.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I was so hungry that I ate a lot of snack.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11 · 08번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201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문장을 영작하시오.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Judy는 너무 아파서 일하러 갈 수 없었다.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so, go, work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문장을 영작하시오.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Judy는 너무 아파서 일하러 갈 수 없었다.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so, go, work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Judy was so sick that she couldn't go to work.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Judy was so sick that she couldn't go to work.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11 · 09번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202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문장을 영작하시오.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Amy는 너무 피곤해서 그녀의 숙제를 끝낼 수 없었다.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tired, finish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문장을 영작하시오.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Amy는 너무 피곤해서 그녀의 숙제를 끝낼 수 없었다.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tired, finish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Amy was so tired that she couldn't finish her homework.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Amy was so tired that she couldn't finish her homework.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11 · 10번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203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문장을 영작하시오.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그 영화배우는 너무 유명해서 모든 사람들은 그를 만나고 싶어 한다.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star, famous, that, everyone, see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문장을 영작하시오.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그 영화배우는 너무 유명해서 모든 사람들은 그를 만나고 싶어 한다.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star, famous, that, everyone, see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The movie star is so famous that everyone wants to see him.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The movie star is so famous that everyone wants to see him.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11 · 11번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204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문장을 영작하시오.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그 자전거는 너무 비싸서 나는 그것을 살 수 없었다.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bike, expensive, that, buy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문장을 영작하시오.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그 자전거는 너무 비싸서 나는 그것을 살 수 없었다.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bike, expensive, that, buy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The bike was so expensive that I couldn't buy it.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The bike was so expensive that I couldn't buy it.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11 · 12번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205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문장을 영작하시오.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그 강의 물은 너무 더러워서 우리는 그것을 마실 수 없었다.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water, in, dirty, that, drink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문장을 영작하시오.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그 강의 물은 너무 더러워서 우리는 그것을 마실 수 없었다.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water, in, dirty, that, drink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The water in the river was so dirty that we couldn't drink it.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600" b="1" i="0" u="none">
                <a:solidFill>
                  <a:srgbClr val="5A4200"/>
                </a:solidFill>
                <a:latin typeface="맑은 고딕"/>
              </a:rPr>
              <a:t>정답:  The water in the river was so dirty that we couldn't drink it.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11 · 13번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206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문장을 영작하시오.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인간이 되는 것은 너무 어려워서 너는 힘든 시간을 겪을지도 몰라.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human, difficult, that, might, hard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문장을 영작하시오.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인간이 되는 것은 너무 어려워서 너는 힘든 시간을 겪을지도 몰라.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human, difficult, that, might, hard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Being a human is so difficult that you might have a hard time.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600" b="1" i="0" u="none">
                <a:solidFill>
                  <a:srgbClr val="5A4200"/>
                </a:solidFill>
                <a:latin typeface="맑은 고딕"/>
              </a:rPr>
              <a:t>정답:  Being a human is so difficult that you might have a hard time.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11 · 14번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207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문장을 영작하시오.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나는 왕자님을 너무 사랑해서 그를 위해 어떤 것도 할 수 있어!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prince, much, that, would, for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문장을 영작하시오.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나는 왕자님을 너무 사랑해서 그를 위해 어떤 것도 할 수 있어!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prince, much, that, would, for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I love the prince so much that I would do anything for him!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I love the prince so much that I would do anything for him!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11 · 15번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208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문장을 영작하시오.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그 재킷이 너무 작아서 나는 그것을 입을 수 없었다.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small, that, wear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문장을 영작하시오.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그 재킷이 너무 작아서 나는 그것을 입을 수 없었다.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small, that, wear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The jacket was so small that I couldn't wear it.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The jacket was so small that I couldn't wear it.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11 · 16번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209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문장을 영작하시오.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그 모자들이 너무 비싸서 나는 그것들을 살 수 없었다.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hats, so, buy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문장을 영작하시오.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그 모자들이 너무 비싸서 나는 그것들을 살 수 없었다.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hats, so, buy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The hats were so expensive that I couldn't buy them.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The hats were so expensive that I couldn't buy them.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11 · 17번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210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문장을 영작하시오.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그 게임은 너무 흥미진진해서 우리는 그것을 하는 것을 멈출 수 없었다.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excite, that, stop, play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문장을 영작하시오.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그 게임은 너무 흥미진진해서 우리는 그것을 하는 것을 멈출 수 없었다.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excite, that, stop, play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The game was so exciting that we could not stop playing it.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The game was so exciting that we could not stop playing it.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11 · 18번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211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문장을 영작하시오.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나는 공포영화를 너무 좋아해서 일요일마다 본다.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like, horror, much, that watch, ones, on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문장을 영작하시오.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나는 공포영화를 너무 좋아해서 일요일마다 본다.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like, horror, much, that watch, ones, on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I like horror movies so much that I watch ones on Sundays.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I like horror movies so much that I watch ones on Sundays.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