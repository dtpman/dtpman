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 u="none">
                <a:solidFill>
                  <a:srgbClr val="FFFFFF"/>
                </a:solidFill>
                <a:latin typeface="맑은 고딕"/>
              </a:rPr>
              <a:t>Lesson 6  Grammar Build Up 워크북 · so ~ that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 u="none">
                <a:solidFill>
                  <a:srgbClr val="CFD8E8"/>
                </a:solidFill>
                <a:latin typeface="맑은 고딕"/>
              </a:rPr>
              <a:t>중2 천재(이상기)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 u="none">
                <a:solidFill>
                  <a:srgbClr val="AEBBD0"/>
                </a:solidFill>
                <a:latin typeface="맑은 고딕"/>
              </a:rPr>
              <a:t>총 211문항 · 클릭 → 정답 공개 → 클릭 → 정답 이유 공개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 u="none">
                <a:solidFill>
                  <a:srgbClr val="FFFFFF"/>
                </a:solidFill>
                <a:latin typeface="맑은 고딕"/>
              </a:rPr>
              <a:t>Pattern 2.  so ~ that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「so+형용사/부사+that」은 ‘너무 ~해서 …하다’라는 의미로, that 다음에는 「주어+동사」의 절이 온다.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▼ 교과서 예문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It was so detailed that the honeybee looked alive.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그것은 너무 세밀해서 꿀벌이 살아 있는 것처럼 보였다.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This museum is so amazing that you will never forget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이 박물관은 너무 놀라워서 당신은 절대 잊지 못할 것이다.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It was so hot that I couldn’t go out.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너무 더워서 나는 밖에 나갈 수 없었다.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He speaks so clearly that everyone can understand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그는 너무 분명하게 말해서 모두가 그를 이해할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movie was boring.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fell asleep.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movie was boring.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fell asleep.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movie was so boring that I fell asleep.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movie was so boring that I fell asleep.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This computer is small.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can carry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This computer is small.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can carry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This computer is so small that I can carry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This computer is so small that I can carry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coffee was hot.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couldn't drink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coffee was hot.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couldn't drink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coffee was so hot that she couldn't drink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coffee was so hot that she couldn't drink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studied very hard.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passed the exam.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studied very hard.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passed the exam.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She studied so hard that she passed the exam.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studied so hard that she passed the exam.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table was heavy.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move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table was heavy.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move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table was so heavy that I couldn't move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table was so heavy that I couldn't move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questions are difficult.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can't answer them.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questions are difficult.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can't answer them.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questions are so difficult that I can't answer them.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questions are so difficult that I can't answer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Jack was injured so badly.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had to be in the hospital for a few months.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Jack was injured so badly.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had to be in the hospital for a few months.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Jack was injured so badly that he had to be in the hospital for a few months.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Jack was injured so badly that he had to be in the hospital for a few months.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Today was very warm.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 hardly work.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Today was very warm.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 hardly 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Today was so warm that I could hardly work.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Today was so warm that I could hardly 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very tired last night.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fall asleep.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very tired last night.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fall asleep.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was so tired last night that I couldn't fall asleep.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was so tired last night that I couldn't fall asleep.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Jenny was very thirsty.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decided to have a lot of water.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Jenny was very thirsty.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decided to have a lot of water.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Jenny was so thirsty that she decided to have a lot of water.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Jenny was so thirsty that she decided to have a lot of water.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Two hours are very short.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We can't discuss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Two hours are very short.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We can't discuss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Two hours are so short that we can't discuss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Two hours are so short that we can't discuss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animal moves very quickly.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People can't see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animal moves very quickly.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People can't see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animal moves so quickly that people can't see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animal moves so quickly that people can't see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spoke so quickly.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understand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spoke so quickly.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understand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 spoke so quickly that I couldn't understand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spoke so quickly that I couldn't understand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lecture was very interesting.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Jenny listened to it carefully.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lecture was very interesting.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Jenny listened to it carefully.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lecture was so interesting that Jenny listened to it carefully.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The lecture was so interesting that Jenny listened to it carefully.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You run very fast.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can't follow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You run very fast.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can't follow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You run so fast that I can't follow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You run so fast that I can't follow you.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Gangnam becomes popular.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Thousands of tourists visit there every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Combine the two sentences using ‘too ~ to’: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문장을 ‘too ~ to …’ 구문을 사용하여 한 문장으로 만드시오.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Gangnam becomes popular.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Thousands of tourists visit there every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Combine the two sentences using ‘too ~ to’: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문장을 ‘too ~ to …’ 구문을 사용하여 한 문장으로 만드시오.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Gangnam becomes so popular that thousands of tourists visit there every 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Gangnam becomes so popular that thousands of tourists visit there every 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is very busy.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can't take a break.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is very busy.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can't take a break.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 is too busy to take a break.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is too busy to take a break.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very hungry.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couldn’t say a word.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very hungry.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couldn’t say a word.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was too hungry to say a word.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was too hungry to say a word.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has become very fat.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cannot wear her old clothes.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has become very fat.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cannot wear her old clothes.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She has become too fat to wear her old clothes.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has become too fat to wear her old clothes.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was very nervous.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couldn’t perform well on stage.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was very nervous.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 couldn’t perform well on stage.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 was too nervous to perform well on stage.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was too nervous to perform well on stage.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Judy arrived very late.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couldn’t catch the train.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Judy arrived very late.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couldn’t catch the train.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Judy arrived too late to catch the train.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Judy arrived too late to catch the train.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Her behaviour was very rude.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couldn’t tolerate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Her behaviour was very rude.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couldn’t tolerate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Her behaviour was too rude for me to tolerate.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Her behaviour was too rude for me to tolerate.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weather was very hot.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We didn’t go out.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weather was very hot.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We didn’t go out.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weather was too hot for us to go out.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weather was too hot for us to go out.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problem was very difficult.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couldn’t solve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 …’ 구문을 사용하여 한 문장으로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problem was very difficult.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couldn’t solve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problem was too difficult for me to solve.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problem was too difficult for me to solve.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love Korean houses because the floors are very warm.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The floors are ____________ ____________ that I love Korean houses.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love Korean houses because the floors are very warm.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The floors are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warm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love Korean houses.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warm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was very dark, so he turned on the light.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It was ____________ ____________ ____________  he turned on the light.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was very dark, so he turned on the light.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It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dark that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 he turned on the light.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dark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she speaks so fast, I can't understand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She speaks ____________ ____________ ____________ ____________ ____________ ____________ 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she speaks so fast, I can't understand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She speaks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fast that I can't understand her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fast that I can't understand 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the movie was exciting, I wanted to watch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The movie was ____________ ____________ ____________ I wanted to watch it again.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the movie was exciting, I wanted to watch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exciting that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 wanted to watch it again.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exciting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couldn't go to school because I was very sick yesterday.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I was so __________ __________ __________ __________ go to school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couldn't go to school because I was very sick yesterday.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I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sick that I couldn’t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go to school yesterday.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sick that I couldn’t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she was very sick, she couldn't go to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She was ____________ ____________ ____________ ____________ ____________ ____________ to school.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she was very sick, she couldn't go to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She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sick that she couldn't go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school.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sick that she couldn't go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the wind was so strong, it blew my hat off my head.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The wind was ____________ ____________ ____________ ____________ ____________ ____________ ____________ ____________ ____________ 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the wind was so strong, it blew my hat off my head.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The wind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strong that it blew my hat off my head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strong that it blew my hat off my head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2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I became so close to my homestay family, it was hard to say good-bye.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I became ___________ ___________ ___________ ___________ ___________ ___________ ___________ ___________ __________ __________ to say good-bye.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문장을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Because I became so close to my homestay family, it was hard to say good-bye.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I became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close to my homestay family that it was hard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say good-bye.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close to my homestay family that it was hard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so ______________ that I couldn’t sleep.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excited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couldn’t sleep.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excited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rain was so ______________ that it made our picnic impossible.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rain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heavy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it made our picnic impossible.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heavy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walked so ______________ that he couldn’t catch up with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clearly    dark    bright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walked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fast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he couldn’t catch up with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clearly    dark    bright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fast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was so ______________ that I couldn't see his face.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couldn't see his face.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dark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light was so ______________ that she had to cover her eyes.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light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bright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she had to cover her eyes.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Our teacher speaks so ______________ that everyone can understand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boring    beautiful    horrible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much    easy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Our teacher speaks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clearly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everyone can understand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boring    beautiful    horrible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much    easy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clearly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are so ______________ that I can’t get my eyes off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are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beautiful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can’t get my eyes off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beautiful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test was so ______________ that I didn't need to check my answers.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test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easy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didn't need to check my answers.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easy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had such a ______________ day that we felt depressed.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had such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horrible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day that we felt depressed.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horrible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programmes are so ______________ that nobody watches them.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programmes are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boring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nobody watches them.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boring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have grown so ______________ that I hardly recognized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tired    hot    poor    busy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have grown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much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hardly recognized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tired    hot    poor    busy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much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too ______________ to go shopping.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too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busy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go shopping.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busy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It’s just too _____________ to sleep in summer.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It’s just too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hot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sleep in summer.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______________ to walk any more.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walk any more.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tired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 children are too ______________ to buy toys that they want.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tall    sleepy    nervous     interesting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expensive    heavy    cold    hot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 children are too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poor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buy toys that they want.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tall    sleepy    nervous     interesting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expensive    heavy    cold    hot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poor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were too ______________  to focus in the class.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were too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 to focus in the class.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sleepy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too ______________  to do well on the test.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too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nervous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 to do well on the test.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nervous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truck is too ______________  to go through the tunnel.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truck is too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tall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 to go through the tunnel.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is so ______________ that I can finish it in a 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is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can finish it in a 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interesting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weather was so ______________ that the river froze.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weather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cold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the river froze.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cold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axe was so ______________ that no one could lift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axe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heavy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no one could lift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heavy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road surface became so ______________ that it melted.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road surface became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hot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it melted.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3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That ring is so ______________ that James can't buy it for his girlfriend.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안에 주어진 단어들로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heavy    excited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That ring is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expensive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James can't buy it for his girlfriend.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expensive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so angry that he couldn't speak.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was ____________ angry ____________ speak.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so angry that he couldn't speak.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angry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speak.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too,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am so tired that I can't walk any more.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am ____________ tired ____________ walk any more.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am so tired that I can't walk any more.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am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tired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walk any more.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too,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truck was so heavy that it couldn't cross the bridge.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truck was ____________ heavy ____________ _______________ the bridge.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truck was so heavy that it couldn't cross the bridge.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truck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heavy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 cross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bridge.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too, to cross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Calvin is so shy that he can't get along with his classmates.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Calvin is ____________ ____________ ____________ get along with his classmates.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Calvin is so shy that he can't get along with his classmates.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Calvin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shy to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get along with his classmates.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shy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little boy is so short that he can't reach the shelf.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little boy is ____________ ____________ ____________ reach the shelf.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little boy is so short that he can't reach the shelf.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little boy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short to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reach the shelf.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short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so big that he can't wear the jeans.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is ____________ ____________ ____________ ____________ the jeans.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so big that he can't wear the jeans.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big to wear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jeans.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big to wear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am so busy that I can't play tennis with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am ____________ ____________ ____________ ____________ ____________ with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am so busy that I can't play tennis with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am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busy to play tennis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with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busy to play tennis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is so difficult that I cannot read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book is ____________ ____________ for me ____________ 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is so difficult that I cannot read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book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difficult,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for me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 read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difficult, to read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blue shirt is so big that I can't wear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blue shirt is ____________ ____________ ____________ ____________ ____________ 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blue shirt is so big that I can't wear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blue shirt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big for me to wear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big for me to wear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plate is so hot that she can’t touch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plate ____________ ____________ ____________ ____________ ____________ ____________ 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plate is so hot that she can’t touch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plate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too hot for her to touch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too hot for her to touch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Junho was too surprised to say anything.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Junho was ____________ surprised ____________ he couldn't say anything.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Junho was too surprised to say anything.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Junho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surprised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 couldn't say anything.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James is too shy to speak to strangers.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James is ____________ _____________ ____________ he can't speak to strangers.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James is too shy to speak to strangers.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James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shy that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 can't speak to strangers.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shy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tired to clean the room.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was ____________ tired ____________ he ____________ clean the room.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tired to clean the room.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tired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couldn't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clean the room.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that,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nervous to sleep.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was ____________ nervous that he ____________ sleep.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nervous to sleep.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nervous that 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couldn't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sleep.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was too dark to follow the bear's tracks.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It was ____________ dark ____________ we ____________ follow the bear's tracks.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was too dark to follow the bear's tracks.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It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dark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we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couldn't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follow the bear's tracks.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that,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Adam is too young to travel long distances.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Adam is ____________ young ____________ he ____________ travel long distances.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Adam is too young to travel long distances.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Adam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young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can't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travel long distances.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that, can't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box is too heavy for me to carry.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box is ____________ heavy ____________ I ____________ carry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box is too heavy for me to carry.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box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heavy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can't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carry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that, can't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Mr. Yun is too poor to buy a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Mr. Yun is ____________ ____________ ____________ he ____________ buy a house.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Mr. Yun is too poor to buy a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Mr. Yun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poor that,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can't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buy a house.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poor that, can't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was too tired to go out.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Judy was ____________ ____________ that ____________ ____________ go out.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was too tired to go out.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Judy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tired,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she couldn't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go out.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tired, she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too exhausted to go up to the top of the mountain.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was ____________ ____________ ____________ ____________ ____________ ____________ up to the top of the mountain.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too exhausted to go up to the top of the mountain.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exhausted that I couldn't go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up to the top of the mountain.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exhausted that I couldn't go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man was too ambitious to be satisfied with the prize.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man was ____________ ____________ ____________ ____________ ____________ ____________ satisfied with the prize.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man was too ambitious to be satisfied with the prize.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man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ambitious that he couldn't be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satisfied with the prize.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ambitious that he couldn't be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Tommy is too young to drive a car.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Tommy is ____________ ____________ ____________ ____________ ____________ drive a car.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Tommy is too young to drive a car.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Tommy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young that he can't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drive a car.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young that he can't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short to reach the books.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____________ ____________ ____________ ____________ ____________ ____________ ____________ ____________ 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short to reach the books.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so short that he couldn't reach the books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so short that he couldn't reach the books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young to walk.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____________ ____________ ____________ ____________ ____________ ____________ 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young to walk.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so young that he couldn't walk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so young that he couldn't walk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waves are too high for boats to leave the port.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waves are so __________ __________ __________ __________ __________ __________ 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waves are too high for boats to leave the port.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waves are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high that boats can’t leave the port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high that boats can’t leave the 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too short to press the button.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She was so ____________ that ____________ _____________ ____________ the button.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too short to press the button.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She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short,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she couldn't press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button.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short, she couldn't press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Kevin was too busy to eat lunch.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Kevin was so busy ____________ ____________ ____________ ____________ ____________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Kevin was too busy to eat lunch.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Kevin was so busy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that he couldn't eat lunch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that he couldn't eat lunch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were too nervous to sleep.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They were ____________ ____________ that ____________ ____________ 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were too nervous to sleep.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They were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nervous,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they couldn't sleep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nervous, they couldn't sleep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problem is too hard for her to solve.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problem is ____________ ____________ ____________ ____________ ____________ ____________ 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problem is too hard for her to solve.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problem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hard that she can’t solve it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hard that she can’t solve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went to the zoo because the weather was so nice.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weather was ____________ ____________ ____________ ____________ ____________ ____________ ____________ 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went to the zoo because the weather was so nice.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weather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nice that we went to the zoo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nice that we went to the zoo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problem is too difficult for me to solve.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problem ____________ ____________ ____________ ____________ ____________ ____________ ____________ 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problem is too difficult for me to solve.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problem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so difficult that I can't solve it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so difficult that I can't solve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shouted at the audience because she got so angry.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She was ____________ ____________ ____________ she shouted at the audience.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shouted at the audience because she got so angry.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She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angry that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she shouted at the audience.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angry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table is too heavy for me to carry.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table is ____________ heavy ____________ ____________ ____________ ____________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table is too heavy for me to carry.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table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heavy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that I can’t carry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 I can’t carry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Cathy was too tired to walk the dog.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Cathy was ____________ tired ____________ ____________ ____________ walk the dog.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Cathy was too tired to walk the dog.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Cathy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tired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that she couldn't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walk the dog.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so, that she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4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bird was very weak. So it couldn't catch the worm.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bird was ____________ ____________ ____________ ____________ the worm.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bird was ____________ ____________ ____________ ____________ ____________ ____________ the worm.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bird was very weak. So it couldn't catch the worm.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bird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weak to catch,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worm.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bird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weak that it couldn't catch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worm.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weak to catch, so weak that it couldn't catch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very sleepy.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keep my eyes open.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I was so _________________________________________.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I was _____________________________________________.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very sleepy.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keep my eyes open.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I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sleepy that I couldn't keep my eyes open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I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sleepy to keep my eyes open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sleepy that I couldn't keep my eyes open   /   (2) too sleepy to keep my eyes open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was very busy.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couldn't take summer holiday last year.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was very busy.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couldn't take summer holiday last year.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(1) She was so busy that she couldn't take summer holiday last year.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(2) She was too busy to take summer holiday last year.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She was so busy that she couldn't take summer holiday last year.   /   (2) She was too busy to take summer holiday last year.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sick.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do my homework.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sick.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do my homework.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(1) I was so sick that I couldn't do my homework.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(2) I was too sick to do my homework.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I was so sick that I couldn't do my homework.   /   (2) I was too sick to do my homework.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girl was nervous.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couldn't sit still.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girl ___________________________________________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girl was nervous.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couldn't sit still.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girl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(1) was so nervous that she couldn't sit still (2) The girl was too nervous to sit still.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was so nervous that she couldn't sit still   /   (2) The girl was too nervous to sit still.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We were late.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We couldn't go to the party.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We were late.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We couldn't go to the party.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(1) We were so late that we couldn't go to the party.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(2) We were too late to go to the party.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We were so late that we couldn't go to the party.   /   (2) We were too late to go to the party.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so sleepy.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couldn’t focus in class.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was so sleepy.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couldn’t focus in class.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(1) I was so sleepy that I couldn’t focus in class.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(2) I was too sleepy to focus in class.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I was so sleepy that I couldn’t focus in class.   /   (2) I was too sleepy to focus in class.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was exhausted.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couldn't take care of her two brothers any more.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was exhausted.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couldn't take care of her two brothers any more.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(1) She was so exhausted that she couldn't take care of her two brothers any more.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(2) She was too exhausted to take care of her two brothers any more.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She was so exhausted that she couldn't take care of her two brothers any more.   /   (2) She was too exhausted to take care of her two brothers any more.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bags are very heavy.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can't carry them.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bags _________________________________________.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The bags _________________________________________.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bags are very heavy.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She can't carry them.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bags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are so heavy that she can’t carry them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The bags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heavy for her to carry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are so heavy that she can’t carry them   /   (2) too heavy for her to carry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book is difficult.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can't understand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book _________________________________________.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The book _________________________________________.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book is difficult.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can't understand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book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so difficult that I can’t understand it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The book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too difficult for me to understand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is so difficult that I can’t understand it   /   (2) is too difficult for me to understand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5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shirt was very small.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wear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‘so ~ that’과 ‘too ~ to’구문을 사용하여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shirt was very small.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couldn't wear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(1) The shirt was so small that I couldn't wear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(2) The shirt was too small for me to wear.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The shirt was so small that I couldn't wear it.   /   (2) The shirt was too small for me to wear.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6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그녀는 너무 늙어서 빨리 달릴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She was so 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She was ___________________________________________.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그녀는 너무 늙어서 빨리 달릴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She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old that she couldn't run fast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She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old to run fast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old that she couldn't run fast   /   (2) too old to run fast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6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Sally는 너무 아파서 밖에 나갈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Sally was __________________________________________.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Sally was __________________________________________.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Sally는 너무 아파서 밖에 나갈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Sally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sick that she couldn't go out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Sally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sick to go out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so sick that she couldn't go out   /   (2) too sick to go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6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물은 너무 뜨거워서 내가 마실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water _________________________________________.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The water _________________________________________.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물은 너무 뜨거워서 내가 마실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water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so hot that I couldn't drink it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The water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too hot for me to drink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was so hot that I couldn't drink it   /   (2) was too hot for me to drink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6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나는 내 아들과 함께 놀아주기에 너무나 바빴다.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나는 내 아들과 함께 놀아주기에 너무나 바빴다.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(1) I was so busy that I couldn't play with my son.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(1) I was too busy to play with my son.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(1) I was so busy that I couldn't play with my son.   /   (1) I was too busy to play with my son.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6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노트북은 너무 비싸서 나는 그것을 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laptop ________________________________________.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The laptop ________________________________________.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‘so ~ that …’과 ‘too ~ to …’구문을 사용하여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노트북은 너무 비싸서 나는 그것을 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(1) The laptop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so expensive that I couldn’t buy it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(2) The laptop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too expensive for me to buy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(1) was so expensive that I couldn’t buy it   /   (2) was too expensive for me to buy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is so young that she can`t go to school.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is so young that she can`t go to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She is too young to go to school.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is too young to go to school.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was too full to drink a glass of water.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was too full to drink a glass of water.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Judy was so full that she couldn't drink a glass of water.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Judy was so full that she couldn't drink a glass of water.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 was so shy that he couldn’t ask out Anne for a date.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 was so shy that he couldn’t ask out Anne for a date.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Tom was too shy to ask out Anne for a date.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Tom was too shy to ask out Anne for a date.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Amelia was so weak that she couldn‘t travel long distance.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Amelia was so weak that she couldn‘t travel long distance.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Amelia was too weak to travel long distance.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Amelia was too weak to travel long distance.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daughter is too young to go to school.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daughter is too young to go to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My daughter is so young that she can’t go to school.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daughter is so young that she can’t go to school.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is so polite that she can't refuse the proposal.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is so polite that she can't refuse the proposal.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She is too polite to refuse the proposal.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is too polite to refuse the proposal.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tea was too hot for me to drink.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tea was too hot for me to drink.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tea was so hot that I couldn’t drink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tea was so hot that I couldn’t drink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are so tired that we can’t walk anymore.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are so tired that we can’t walk anymore.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 are too tired to walk anymore.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 are too tired to walk anymore.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Lucy was too lazy to finish the work on time.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Lucy was too lazy to finish the work on time.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Lucy was so lazy that she couldn’t finish the work on time.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Lucy was so lazy that she couldn’t finish the work on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problem was so difficult that I couldn’t find the answer.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problem was so difficult that I couldn’t find the answer.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problem was too difficult for me to find the answer.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problem was too difficult for me to find the answer.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stone is so heavy that you can't lift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stone is so heavy that you can't lift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stone is too heavy for you to lift.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stone is too heavy for you to lift.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is too arrogant to speak to us.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is too arrogant to speak to us.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She is so arrogant that she can’t speak to us.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is so arrogant that she can’t speak to 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so boring that I couldn't watch all the way to the end.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so boring that I couldn't watch all the way to the end.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movie was too boring for me to watch all the way to the end.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The movie was too boring for me to watch all the way to the end.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so poor that he can't buy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so poor that he can't buy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 is too poor to buy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is too poor to buy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pants are too tight for him to wear.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pants are too tight for him to wear.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pants are so tight that he can't wear them.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pants are so tight that he can't wear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I finished cleaning, I was too tired to exercise.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I finished cleaning, I was too tired to exercise.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When I finished cleaning, I was so tired that I couldn't exercise.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When I finished cleaning, I was so tired that I couldn't exercise.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too proud to admit his fault.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too proud to admit his fault.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 is so proud that he can’t admit his fault.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is so proud that he can’t admit his fault.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news is too good to be true.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news is too good to be true.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This news is so good that it cannot be true.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This news is so good that it cannot be true.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hopeless to learn anything.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hopeless to learn anything.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 was so hopeless that he couldn't learn anything.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was so hopeless that he couldn't learn anything.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was so tired that he couldn't drive.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was so tired that he couldn't drive.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My father was too tired to drive.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father was too tired to drive.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7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His friends warned him that the fox was too mean to be a friend.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문장들을 ‘so ~ that …’또는 ‘too ~ to …’구문으로 다시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His friends warned him that the fox was too mean to be a friend.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His friends warned him that the fox was so mean that he[she] couldn’t be a friend.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His friends warned him that the fox was so mean that he[she] couldn’t be a friend.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sweater was ___________________________ that Kate couldn't ______________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sweater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expensive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Kate couldn't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buy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expensive, buy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Junho was ___________________________ that he could _____________ in first.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Junho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fast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he could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come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first.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fast, come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Susie was ___________________________ that she couldn’t _______________ even a step.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busy    early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attend    get    follow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Susie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shocked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she couldn’t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move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even a step.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fast    busy    early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attend    get    follow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shocked, move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Junsu runs ___________________________ that Hanna can't _______________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Junsu runs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fast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Hanna can't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follow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fast, follow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Sunny was ___________________________ that she could not ______________ the meeting.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Sunny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busy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she could not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attend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meeting.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busy, attend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arrived ___________________________ that she could _______________ a good seat.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strong    stay    hot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burn    blow    sick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arrived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early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she could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get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good seat.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strong    stay    hot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burn    blow    sick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early, get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wind was ___________________________ that it ______________ my hat off my head.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wind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strong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blew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my hat off my head.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strong, blew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food was ___________________________ that It ______________ my tongue.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food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hot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burned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my tongue.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hot, burned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___________________________ that I had to ______________ in bed all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forget    loud    love    touched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busy    nice    hear    cry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sick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had to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stay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bed all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forget    loud    love    touched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busy    nice    hear    cry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sick, stay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Sunny was ___________________________ that she almost ______________.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Sunny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touched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she almost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cried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touched, cried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Jiseop’s voice is ___________________________ that it can ________________ from far away.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Jiseop’s voice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loud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it can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 heard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from far away.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loud, be heard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Jihun was ___________________________ that he ______________ to do his homework.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Jihun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busy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forgot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do his homework.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busy, forgot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8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Sungkyu is ___________________________ that everyone ______________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so를 사용하여 박스 안에 주어진 단어들로 빈칸을 채우시오. (필요시, 형태를 바꾸시오.)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interesting    shocked    expensive    come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watch    fast    buy    move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watched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Sungkyu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nice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everyone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loves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nice, loves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Mr. Kim is so kind that his students like.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Mr. Kim is so kind that his students like.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like → like him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like → like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place was beautiful so that they wanted to live there.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place was beautiful so that they wanted to live there.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beautiful so → so beautiful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beautiful so → so beautiful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brother is so young that can't see the movie.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brother is so young that can't see the movie.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that can't → that he can't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that can't → that he can't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bus started so sudden that I fell over.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bus started so sudden that I fell over.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sudden → suddenly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sudden → suddenly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so busy that she can't call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so busy that she can't call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can't → couldn't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can't →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bag was so expensive that he couldn't buy.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bag was so expensive that he couldn't buy.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couldn't buy → couldn't buy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couldn't buy → couldn't buy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so pretty that I can't be angry at 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so pretty that I can't be angry at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can't → couldn't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can't →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food was so hot that we couldn't eat.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food was so hot that we couldn't eat.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eat → eat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eat → eat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plan was so well that I accepted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plan was so well that I accepted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well → good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well → good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actor was so nervously that he forgot what to do next.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actor was so nervously that he forgot what to do next.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nervously → nervous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nervously → nervous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is so difficult that I can't read.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is so difficult that I can't read.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read → read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read → read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That box is too big for her to carry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That box is too big for her to carry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carry it → carry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carry it → carry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question is too easy that I can answer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question is too easy that I can answer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→ 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was so difficult to interest readers.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was so difficult to interest readers.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→ too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→ too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busy answering the phone.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busy answering the phone.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answering → to answer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answering → to 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table was too heavy for me to move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table was too heavy for me to move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move it → move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move it → move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Minji was so shocked that she can’t say a word.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Minji was so shocked that she can’t say a word.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can’t → couldn’t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can’t → couldn’t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Mary was so busy to have lunch.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Mary was so busy to have lunch.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→ too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→ too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doll was so cute that I buy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doll was so cute that I buy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buy → bought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buy → bought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poor buying the bag.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poor buying the bag.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buying → to buy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buying → to buy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dress is too small for her to wear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dress is too small for her to wear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wear it → wear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wear it → wear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is too late that I can't play the piano.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is too late that I can't play the piano.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→ 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so busy to go to the movie today.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so busy to go to the movie today.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→ too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→ too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so thirsty to want to drink something.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so thirsty to want to drink something.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 want to drink something → that he wanted to drink something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to want to drink something → that he wanted to drink something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rained so hard that I can't go out.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rained so hard that I can't go out.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can't → couldn't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can't →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runs too fast that we can't catch 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runs too fast that we can't catch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→ 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so boring for him to sleep.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was so boring for him to sleep.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for him to sleep → that he slept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for him to sleep → that he slept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eyes were very painful that I went to see a doctor.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eyes were very painful that I went to see a doctor.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very → 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very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soup was too hot that I couldn't eat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soup was too hot that I couldn't eat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→ 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so full that he can't eat anything more.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so full that he can't eat anything more.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can't → couldn't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can't →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kind that he could take me home.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too kind that he could take me home.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→ 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was very amazing that we would never forget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was very amazing that we would never forget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very → 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very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was too good that I couldn't put it down.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was too good that I couldn't put it down.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→so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Mike was so shy that he can't ask a question to his teacher.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Mike was so shy that he can't ask a question to his teacher.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can't → couldn't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can't → couldn't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I’m too nervous that I can’t sleep at night.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I’m too nervous that I can’t sleep at night.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too → 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too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threw the ball so fast that I can't catch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threw the ball so fast that I can't catch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can't catch → couldn't catch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can't catch → couldn't catch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speak so fastly that I can't follow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speak so fastly that I can't follow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fastly → fast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fastly → fast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novel was such amusing that I read it twice.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novel was such amusing that I read it twice.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such → 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such →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39번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so tired that she goes to bed early.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so tired that she goes to bed early.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goes → went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goes → went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40번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boy was tall so that he could touch the ceiling.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boy was tall so that he could touch the ceiling.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tall so that → so tall that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tall so that → so tall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41번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exam was too difficult to finish it in 50 minutes.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exam was too difficult to finish it in 50 minutes.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finish it  → finish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finish it  → finish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42번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That was so a difficult problem that nobody solved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That was so a difficult problem that nobody solved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→ such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 → such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9 · 43번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so nervously that I couldn't do my best at the exam.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so nervously that I couldn't do my best at the exam.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nervously → nervous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nervously → nervous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배우는 너무 긴장해서 그의 대사를 잊었다.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(the, lines, nervous, actor, he, his, was, that, forgot, so)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배우는 너무 긴장해서 그의 대사를 잊었다.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The actor was so nervous that he forgot his lines.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actor was so nervous that he forgot his lines.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그는 너무 바빠서 그녀의 생일 파티에 갈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(birthday, that, her, he, so, to, was, busy, go, he, couldn't, party)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그는 너무 바빠서 그녀의 생일 파티에 갈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He was so busy that he couldn't go to her birthday party.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was so busy that he couldn't go to her birthday party.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책이 너무 재미있어서 몇 시간 만에 다 읽었다.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(reading, was, within, so, the, a few, book, I, interesting, hours, that, finished, it)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책이 너무 재미있어서 몇 시간 만에 다 읽었다.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The book was so interesting that I finished reading it within a few hours.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The book was so interesting that I finished reading it within a few hours.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Cathy는 타자를 너무 빨리 쳐서 우리는 그녀의 손가락을 볼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(Cathy, couldn't, fast, her, that, see, typed, so, we  fingers)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Cathy는 타자를 너무 빨리 쳐서 우리는 그녀의 손가락을 볼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Cathy typed so fast that we couldn't see her fingers.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Cathy typed so fast that we couldn't see her fingers.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그곳은 너무나 예뻐서 그들은 거기에 살고 싶었다.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(the, live, beautiful, so, they, was, wanted, that, to, place, there)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그곳은 너무나 예뻐서 그들은 거기에 살고 싶었다.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The place was so beautiful that they wanted to live there.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place was so beautiful that they wanted to live there.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내 동생은 너무 어려서 그 영화를 볼 수 없다.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(movie, is, brother, so, that, the, my, see, can't, young, he)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내 동생은 너무 어려서 그 영화를 볼 수 없다.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My brother is so young that he can't see the movie.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brother is so young that he can't see the movie.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Jack은 너무 작아서 놀이기구를 탈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(get, be, the, to, short, Jack, ride, on, too)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Jack은 너무 작아서 놀이기구를 탈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Jack was too short to get on the ride.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Jack was too short to get on the ride.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나의 할머니는 아주 현명하셔서 모든 사람들이 그녀를 존경한다.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(everyone, grandma, respect, wise, her, my, that, is, so)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나의 할머니는 아주 현명하셔서 모든 사람들이 그녀를 존경한다.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My grandma is so wise that everyone respects 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grandma is so wise that everyone respects 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그녀는 너무 놀라서 한 발자국조차 움직일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(move, shock, be, can, step, she, she, not, so, a, even, that)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그녀는 너무 놀라서 한 발자국조차 움직일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She was so shocked that she could not move even a step.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was so shocked that she could not move even a step.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길은 너무 질척해서 걸어가기 매우 힘들다.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(on, so, to, that, is, walk, sloppy, the road, is, hard, it, very)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길은 너무 질척해서 걸어가기 매우 힘들다.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The road is so sloppy that it is very hard to walk 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road is so sloppy that it is very hard to walk 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10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수학 문제들이 너무 어려워서 그가 풀 수가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(math, problems, so, he, couldn't, them, solve, difficult, were, that)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단어들을 알맞은 순서로 배열하시오. (필요시, 변형할 것)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수학 문제들이 너무 어려워서 그가 풀 수가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Math problems were so difficult that he couldn't solve them.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Math problems were so difficult that he couldn't solve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음악이 너무 커서 나는 공부할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too, loud, for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음악이 너무 커서 나는 공부할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too, loud, for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music was too loud for me to study.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music was too loud for me to study.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Mike는 너무 배고파서 아무것도 떠올릴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so, think of, anything else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Mike는 너무 배고파서 아무것도 떠올릴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so, think of, anything else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Mike was so hungry that he couldn’t think of anything else.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Mike was so hungry that he couldn’t think of anything else.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그것은 무척 쉬워서 누구든 할 수 있어.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it’s, easy, anyone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그것은 무척 쉬워서 누구든 할 수 있어.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it’s, easy, anyone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It's so easy that anyone can do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It's so easy that anyone can do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여자는 힘이 아주 세서 가방들을 나를 수 있었다.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woman, that, carry, the bags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여자는 힘이 아주 세서 가방들을 나를 수 있었다.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woman, that, carry, the bags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woman was so strong that she could carry the bags.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woman was so strong that she could carry the bags.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개는 너무 기뻐서 높이 뛰었다.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so, happy, high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개는 너무 기뻐서 높이 뛰었다.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so, happy, high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dog was so happy that it jumped high.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dog was so happy that it jumped high.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문제는 너무 어려워서 나는 풀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difficult, that, solve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문제는 너무 어려워서 나는 풀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difficult, that, solve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problem was so difficult that I couldn't solve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problem was so difficult that I couldn't solve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매우 배가 고파서 많은 간식을 먹었다.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so, eat, a lot of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매우 배가 고파서 많은 간식을 먹었다.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so, eat, a lot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was so hungry that I ate a lot of snack.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was so hungry that I ate a lot of snack.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Judy는 너무 아파서 일하러 갈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so, go, work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Judy는 너무 아파서 일하러 갈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so, go, work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Judy was so sick that she couldn't go to work.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Judy was so sick that she couldn't go to 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202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Amy는 너무 피곤해서 그녀의 숙제를 끝낼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tired, finish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Amy는 너무 피곤해서 그녀의 숙제를 끝낼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tired, finish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Amy was so tired that she couldn't finish her homework.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Amy was so tired that she couldn't finish her homework.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203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영화배우는 너무 유명해서 모든 사람들은 그를 만나고 싶어 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star, famous, that, everyone, see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영화배우는 너무 유명해서 모든 사람들은 그를 만나고 싶어 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star, famous, that, everyone, see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movie star is so famous that everyone wants to see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movie star is so famous that everyone wants to see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204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자전거는 너무 비싸서 나는 그것을 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bike, expensive, that, buy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자전거는 너무 비싸서 나는 그것을 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bike, expensive, that, buy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bike was so expensive that I couldn't buy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bike was so expensive that I couldn't buy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205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강의 물은 너무 더러워서 우리는 그것을 마실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water, in, dirty, that, drink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강의 물은 너무 더러워서 우리는 그것을 마실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water, in, dirty, that, drink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water in the river was so dirty that we couldn't drink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The water in the river was so dirty that we couldn't drink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206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인간이 되는 것은 너무 어려워서 너는 힘든 시간을 겪을지도 몰라.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human, difficult, that, might, hard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인간이 되는 것은 너무 어려워서 너는 힘든 시간을 겪을지도 몰라.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human, difficult, that, might, hard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Being a human is so difficult that you might have a hard time.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Being a human is so difficult that you might have a hard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207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왕자님을 너무 사랑해서 그를 위해 어떤 것도 할 수 있어!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prince, much, that, would, for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왕자님을 너무 사랑해서 그를 위해 어떤 것도 할 수 있어!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prince, much, that, would, for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love the prince so much that I would do anything for him!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love the prince so much that I would do anything for him!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208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재킷이 너무 작아서 나는 그것을 입을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small, that, wear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재킷이 너무 작아서 나는 그것을 입을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small, that, wear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jacket was so small that I couldn't wear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jacket was so small that I couldn't wear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209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모자들이 너무 비싸서 나는 그것들을 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hats, so, buy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모자들이 너무 비싸서 나는 그것들을 살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hats, so, buy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hats were so expensive that I couldn't buy them.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hats were so expensive that I couldn't buy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210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게임은 너무 흥미진진해서 우리는 그것을 하는 것을 멈출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excite, that, stop, play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게임은 너무 흥미진진해서 우리는 그것을 하는 것을 멈출 수 없었다.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excite, that, stop, play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game was so exciting that we could not stop playing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game was so exciting that we could not stop playing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P2 · Part 11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2. so ~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211 / 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공포영화를 너무 좋아해서 일요일마다 본다.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like, horror, much, that watch, ones, on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영작하시오.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공포영화를 너무 좋아해서 일요일마다 본다.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like, horror, much, that watch, ones, on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like horror movies so much that I watch ones on Sundays.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like horror movies so much that I watch ones on Sundays.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