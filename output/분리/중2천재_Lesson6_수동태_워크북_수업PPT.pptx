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6  Grammar Build Up 워크북 · 수동태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중2 천재(이상기)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351문항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 u="none">
                <a:solidFill>
                  <a:srgbClr val="FFFFFF"/>
                </a:solidFill>
                <a:latin typeface="맑은 고딕"/>
              </a:rPr>
              <a:t>Pattern 1.  수동태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능동태: 주어가 동작을 하는 것을 말할 때 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수동태: 주어가 동작을 당하거나 받는 것으로, 동작의 주체가 아닌 대상에 초점을 두어 말할 때 사용한다.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형태: 「be동사+과거분사(p.p.)」 / 동작을 하는 주체는 「by+행위자」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행위자가 막연한 일반인일 때, 행위자가 분명하지 않거나 중요하지 않을 때는 「by+행위자」를 생략하는 경우가 많다.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과거 시제: 「was/were+과거분사」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수동태의 부정문: be동사 다음에 not을 넣는다.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▼ 교과서 예문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A leather pilot jacket and goggles were displayed.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가죽 비행사 재킷과 고글이 전시되어 있었다.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kitchen is cleaned every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부엌은 매일 청소된다.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living room was painted by my father.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거실은 우리 아버지에 의해 칠해졌다.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1" i="0" u="none">
                <a:solidFill>
                  <a:srgbClr val="222222"/>
                </a:solidFill>
                <a:latin typeface="맑은 고딕"/>
              </a:rPr>
              <a:t>▸ The house was built by his grandfather in 1910.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 u="none">
                <a:solidFill>
                  <a:srgbClr val="555555"/>
                </a:solidFill>
                <a:latin typeface="맑은 고딕"/>
              </a:rPr>
              <a:t>    그 집은 1910년에 그의 할아버지에 의해 지어졌다.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math problem (solved / was solved) by the student.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math problem (solved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solved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the student.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solved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(ordered / was ordered) a cheese burger.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ordered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was ordered) a cheese burger.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ordered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(Did / Was) the company (develop / developed) a new menu?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Was) the company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develop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developed) a new menu?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Did, develop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gift (wasn't / didn't) made by Sam.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gift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wasn't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didn't) made by Sam.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radio was invented by (him / his / he).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radio was invented by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his / he).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(was eaten / ate) his chocolate cookies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(was eaten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his chocolate cookies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(produced / was produced / was produced by) Lee.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(produced / was produced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produced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Lee.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produced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Billy (became / was become / was become by) a famous singer.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Billy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became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was become / was become by) a famous singer.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became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building (built / was built / was built by) in the 17th century.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building (built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was built by) in the 17th century.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houses (were destroyed by / destroyed / are destroyed by) the earthquake in 2011.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houses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destroyed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destroyed / are destroyed by) the earthquake in 2011.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destroyed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(take / took / was taken) to the zoo by my uncle.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(take / took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taken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to the zoo by my uncle.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(is writing / was written / will write) by Mary.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(is writing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will write) by Mary.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penguins (died /were died) from the cold.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penguins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were died) from the cold.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was cleaned by (she / me / their).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was cleaned by (she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their).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Sometimes birds (hunted / are hunted) by other animals.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Sometimes birds (hunted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hunted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other animals.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hunted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paper money (appeared / is appeared) in China around the 10th century A.D.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paper money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appeared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is appeared) in China around the 10th century A.D.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appeared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were deeply (moving / moved) by the story.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were deeply (moving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moved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the story.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(almost hit / was almost hit) by a car on my way home.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(almost hit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almost hit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a car on my way home.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almost hit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ship (was destroyed / destroyed) by the storm.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ship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destroyed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destroyed) by the storm.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Dinosaurs (were existed / existed) millions of years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Dinosaurs (were existed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existed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millions of years ago.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existed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Suddenly his window (break / was broken) by a snowball.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Suddenly his window (break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broken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a snowball.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(destroyed / was destroyed) by war.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(destroyed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destroyed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by war.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destroyed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(Does / Is) the blackboard in our class often cleaned by her?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(Does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the blackboard in our class often cleaned by her?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early worm (not is / is not) eaten by the early bird.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early worm (not is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not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eaten by the early bird.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Even hamburgers can (deliver / be delivered) in Korea.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Even hamburgers can (deliver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delivered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in Korea.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this four-story house (was built / built / build)?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this four-story house (was built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build)?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(Are / Do) you (spent / spend) your allowance wisely and carefully?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(Are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you (spent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your allowance wisely and carefully?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Do, spend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(Did / Were) all the people in the house (were invited / invited) to dinner?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(Did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all the people in the house (were invited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to dinner?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Were,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(stopped / was stopped / was stopping) on the street by a policeman.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Tom (stopped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stopped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was stopping) on the street by a policeman.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stopped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(invented / was invented) in the 1880s.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(invented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invented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in the 1880s.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Those pictures were drawn (with / by) Picasso.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Those pictures were drawn (with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Picasso.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hospital (built / was built) in 1999.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hospital (built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in 1999.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(hold / are held) the Olympic games every year.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are held) the Olympic games every year.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(was published / published) in 2010.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published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published) in 2010.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published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(was bought / bought) me a CD.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(was bought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bought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me a CD.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children (are liked / like) pasta.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children (are liked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like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pasta.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like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(am helped / was helped)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(am helped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helped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helped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Milk (is bought / will be bought)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Milk (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bought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/ will be bought)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Nick (sent / was send / was sent) to the library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Nick (sent / was send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sent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to the library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Liz (gave / was given / will be given) a new toy tomorrow.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Liz (gave / was given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be given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a new toy tomorrow.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story (published / was published) 2 years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알맞은 답을 고르시오.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story (published /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published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) 2 years ago.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published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jewellery was stolen by a thief!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jewellery was stolen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a thief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!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a thief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“1984” was written by George Orwell.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novel “1984” was written by George Orwell.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pushed over by someone in the line.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was pushed over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someone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line.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someone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festival is usually held by people every year.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festival is usually held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people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year.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One day, Peter is bitten by a spider from a science experiment.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One day, Peter is bitten by a spider from a science experiment.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Anyone in our class is welcomed by us!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Anyone in our class is welcomed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us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!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was sent by post on the 21st of last month.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was sent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post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21st of last month.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were taught German by a good teacher.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were taught German by a good teacher.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this room cleaned by cleaners every day?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this room cleaned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cleaners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day?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cleaners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people were shocked by that news.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people were shocked by that news.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called Beethoven by people.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is called Beethoven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people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portrait was painted by a little-known artist.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portrait was painted by a little-known artist.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feelings were really expressed strongly by him in the drawing.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feelings were really expressed strongly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him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drawing.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President Kennedy was killed by Lee Harvey Oswald.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President Kennedy was killed by Lee Harvey Oswald.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told by someone that my sister was 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was told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someone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that my sister was 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someone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2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Anne was picked by the selectors for the national event.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생략할 수 있는 어구를 골라 밑줄 치시오. (없을 경우, X표 할 것.)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Anne was picked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the selectors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the national event.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the selectors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roses were (bring) to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roses were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brought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new building will (build) next year.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new building will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next year.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(speak) all over the world.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spoken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all over the world.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won't (find) in the library.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won't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found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library.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(write)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newspapers (throw) away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newspapers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thrown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away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thrown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(do) by him soon.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done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 soon.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Han River (can, see) from every room in my house.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Han River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 be seen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from every room in my house.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seen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(clean)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cleaned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(clean) the room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cleaned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room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Butter (make) from milk.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Butter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from milk.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 (import) into Canada.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imported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into Canada.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imported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(build) 100 years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100 years ago.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houses (build) 100 years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houses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100 years ago.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Six people (injure) in the accident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Six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injured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accident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injured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(wake) up by the noise last night.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woken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up by the noise last night.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woken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(bite) by a dog last week.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a dog last week.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machine (use) very often.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machine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used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very often.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Last night, the window (break) by somebody.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Last night, the window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broken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somebody.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last e-mail (send) to the wrong address.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last e-mail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sent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wrong address.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(make) from wood.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from wood.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(steal) last week.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stolen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last week.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machine (invent) in 1948.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machine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invented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1948.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Tony (bear) in Rome.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Tony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born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Rome.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born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German (speak) by many Europeans.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German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spoken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many Europeans.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(find) by his owner last night.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found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his owner last night.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(invite) her friends to dinner today.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her friends to dinner today.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Tower of London (build) at the beginning of the eleventh century.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Tower of London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the beginning of the eleventh century.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people (invite) to the party yesterday evening.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 yesterday evening.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(steal)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stolen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song was (sing) by David Smith in 1995.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That song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sung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David Smith in 1995.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chair was (break) by my younger brother.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chair was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my younger brother.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elephants were (catch) by the people.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elephants were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people.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little child (bite) by my dog last night.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little child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my dog last night.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calendar (not, invent) by Anthony.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calendar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not invented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Anthony.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3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money (use) in China in the 13th century.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괄호 안에 주어진 단어의 알맞은 형태를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money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used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China in the 13th century.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kicked the 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ball ____________ _____________ by the boy.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kicked the 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ball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kicked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boy.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kicked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painted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_____________ _____________ ____________ my father.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painted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painted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my father.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painted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man keeps a white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dog ____________ _____________ ____________ the old man.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man keeps a white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kept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old man.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kept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opened by her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opened by 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police officer stopped the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car _____________ _____________ _____________ a police officer.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police officer stopped the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stopped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police officer.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stopped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Everybody likes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_____________ _____________ by everybody.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Everybody likes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liked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everybody.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liked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ate all the bananas.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All the bananas _____________ ____________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ate all the bananas.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All the bananas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eaten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eaten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painted the wall.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wall ____________ _____________ by my mother.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painted the wall.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painted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my mother.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painted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made the desk.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desk _____________ _____________ _____________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made the desk.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desk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cleans the room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cleans the room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room is cleaned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room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drew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____________ 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drew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drawn by him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drawn by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opened the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door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opened by Mike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opened by Mike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King Sejong made Hangeul.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Hangeul _____________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King Sejong made Hangeul.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Hangeul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 by King Sejong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by King Sejong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baked the cookies.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cookies ____________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baked the cookies.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cookies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baked by my sister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baked by my sister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feed my dog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by me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feed my dog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dog is fed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me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dog is fed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days, people sell shoes online.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days, shoes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days, people sell shoes online.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days, shoes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sold online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sold online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Indian art interests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____________ ____________ ____________ Indian art.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Indian art interests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am interested in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Indian art.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am interested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Snow covered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top of the mountain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Snow covered the top of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top of the mountain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covered with[by] snow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covered with[by] snow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bought me the watch.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watch _____________ _____________ for me by my father.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bought me the watch.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watch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bought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for me by my father.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French family found the missing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missing child _____________ _____________ by a French family.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French family found the missing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missing child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found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a French family.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Min-ho took the pictures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pictures ____________ ____________ ____________ Min-ho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Min-ho took the pictures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pictures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taken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Min-ho at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didn't break the window.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window _____________ _____________ by them.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didn't break the window.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window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wasn't broken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didn’t do the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work _____________ _____________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didn’t do the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work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wasn’t done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like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_____________ _____________ _____________ by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like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not liked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liked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doesn't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room ____________ ____________ 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Judy doesn't clean the 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room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isn't cleaned by Judy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isn't cleaned by Judy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pull the boxes.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boxes ____________ ____________ 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didn't pull the boxes.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boxes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weren't pulled by 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weren't pulled by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Jason didn't break this vase.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_____________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Jason didn't break this vase.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vase wasn't broken by Jason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vase wasn't broken by Jason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didn’t write the book.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book ____________ ____________ 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brother didn’t write the book.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book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wasn’t written by my brother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written by my brother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didn't check students'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Students' homework _____________ _____________ _____________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didn't check students' homework.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Students' homework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not checked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not checked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post man doesn't deliver your letter to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Your letter _____________ ____________ _____________ to me by a post man.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post man doesn't deliver your letter to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Your letter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not delivered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me by a post man.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not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write this novel.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novel _____________ _____________ _____________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didn't write this novel.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This novel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wasn't written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written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guards didn’t lock the back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_____________ _____________ ____________ by the guards.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guards didn’t lock the back door.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back door wasn’t locked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guards.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back door wasn’t locked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doesn’t spend money on magazines.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_____________ _____________ ____________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doesn’t spend money on magazines.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Money isn’t spent on magazines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Money isn’t spent on magazines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will love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You ____________ _____________ _____________ by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will love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You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be loved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be finished by tomorrow.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_____________ _____________ the work by tomorrow.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work will be finished by tomorrow.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finish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work by tomorrow.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finish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can see many people in the park.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Many people ____________ ____________ ____________ in the park.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can see many people in the park.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Many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 be seen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park.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seen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Min-su has written these letters.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letters ____________ _____________ ____________ by Min-su.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Min-su has written these letters.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These letters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have been written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Min-su.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have been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build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house will _____________ _____________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build a house.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house will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built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 child can use this service.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_____________ every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Every child can use this service.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This service can be used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child.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service can be used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Spanish in Peru?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_____________ Spanish _____________ by people in Peru?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Spanish in Peru?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Spanish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spoken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people in Peru?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Is,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Bell invent the first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_____________ _____________ the first telephone _____________ _____________ Bell?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Bell invent the first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was,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first telephone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invented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Bell?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was, invented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Cathy take the pictures?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the pictures ____________ ____________ ____________?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Cathy take the pictures?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pictures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taken by Cathy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Were, taken by Cathy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Wright Brothers invent an airplane?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an airplane ____________ ____________ the Wright Brothers?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Wright Brothers invent an airplane?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was,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an airplane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invented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Wright Brothers?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was, invented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wear uniforms at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at school?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wear uniforms at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uniforms worn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school?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uniforms worn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Beatles sing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 the Beatles?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Beatles sing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Yesterday sung by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the Beatles?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Yesterday sung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police catch the man?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by ____________ ____________?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police catch the man?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the man caught,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police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man caught, the police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invented the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By ___________ ____________ ____________ ____________ invented?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invented the telephone?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whom was the telephone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invented?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Fill in the blanks so that two sentences have the same meaning: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다음 두 문장이 같은 뜻을 지니도록 빈칸을 채우시오.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whom was the telephone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call him a genius.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______________ ______________ a genius.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call him a genius.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called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genius.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called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can call the machine a computer.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machine ____________ _____________ ___________ a computer.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can call the machine a computer.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machine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 be called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computer.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be called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must give penguins food by hand.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Penguins _____________ _____________ _____________ food by hand.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must give penguins food by hand.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Penguins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must be given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food by hand.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must be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Mother made me a white dress.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dress ____________ ____________ ____________ _____________ by Mother.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Mother made me a white dress.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white dress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 for 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Mother.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for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made my life unhappy.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My life _____________ _____________ _____________ by 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made my life unhappy.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My life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 unhappy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unhappy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found a soldier dead in the forest.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soldier _____________ _____________ _____________ in the forest by them.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found a soldier dead in the forest.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soldier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found dead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the forest by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found dead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babysitter took care of two children.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Two children ____________ ____________ ____________ ____________ ____________ 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babysitter took care of two children.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Two children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taken care of by the babysitter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 care of by the babysitter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Ms. Shelly teaches us math.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 by Ms. Shelly.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Ms. Shelly teaches us math.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 are taught math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by Ms. Shelly.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 are taught math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mother made him a delicious cake.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delicious cake ____________ ____________ ____________ _____________  by his mother.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mother made him a delicious cake.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A delicious cake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 for him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by his mother.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 for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Eating fast food makes people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by eating fast food.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Eating fast food makes people fat.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People are made fat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eating fast food.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People are made fat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4 · 58번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Yoga will make you healthy.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 ____________ _____________ _____________ by doing yoga.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Yoga will make you healthy.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You will be made healthy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doing yoga.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will be made healthy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are invited to the party by Jack.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Jack ____________ _____________ to the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are invited to the party by Jack.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Jack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invites people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party.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invites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telephone was invented by Bell.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invented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first telephone was invented by Bell.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Bell,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invented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first telephone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Bell, the first telephone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trees will be planted by people in April.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People _____________ _____________ _____________ _____________  in April.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trees will be planted by people in April.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plant many trees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 in April.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plant many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Trees can be seen in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can see trees in the mountain.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Trees can be seen in the mountain.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We[They/People]: 일반인, 끝에 by us(them) 생략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can see trees in the mountain.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We[They/People]: 일반인, 끝에 by us(them) 생략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crab isn’t caught by Kate.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the crab.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crab isn’t caught by Kate.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Kate doesn’t catch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crab.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Kate doesn’t catch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Hanguel was created by King Sejong.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_____________ _____________ created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Hanguel was created by King Sejong.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King Sejong,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created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Hanguel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King Sejong, Hanguel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run after by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____________ _____________ the boy.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boy was run after by the dog.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dog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ran after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boy.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ran 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will be walked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___________ ____________ ____________ 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dog will be walked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walk the dog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walk the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written by Hemingway.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Hemingway ____________ _____________ 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written by Hemingway.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Hemingway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wrote this book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wrote this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teacher was pleased with the boy’s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boy’s work ___________ ___________ 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teacher was pleased with the boy’s work.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boy’s work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pleased the teacher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pleased the teacher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star was loved by teen girls.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Teen girls 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movie star was loved by teen girls.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Teen girls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loved the movie star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loved the movie star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David clean the room after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_____________ after school?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David clean the room after school?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the room cleaned by David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after school?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room cleaned by David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whole book was read alone by the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 _____________ _____________ _____________ _____________ _____________ alone.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whole book was read alone by the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baby read the whole book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alone.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baby read the whole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pen was dropped on the floor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 _____________ _____________ _____________ on the floor.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pen was dropped on the floor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dropped the pen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on the floor.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dropped the 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wallet was stolen by the thief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_____________ _____________ _____________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wallet was stolen by the thief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thief stole my wallet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stole my wallet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letter can be delivered to him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can ____________ _____________ _____________ _____________ 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letter can be delivered to him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I can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deliver this letter to him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deliver this letter to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CD may be bought online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the CD online.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CD may be bought online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may buy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CD online.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may buy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were you taught French?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French?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were you taught French?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Who taught you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French?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 taught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sweater was bought for me by grandma.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a sweater.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sweater was bought for me by grandma.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Grandma bought me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sweater.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Grandma bought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trees were blown down by the wind.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 ___________ ____________ ____________ 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trees were blown down by the wind.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The wind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blew down the trees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blew down the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5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will be given a ticket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____________ _____________ ____________ ____________ a ticket.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뜻을 지니도록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You will be given a ticket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will give you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ticket.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will give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Fred made a wooden box.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Fred made a wooden box.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 wooden box was made by Fred.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wooden box was made by Fred.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speak Korean in Korea.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People speak Korean in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Korean is spoken in Korea (by people).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Korean is spoken in Korea (by people).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Beethoven composed nine symphonies in his life.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Beethoven composed nine symphonies in his life.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Nine symphonies were composed by Beethoven in his life.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Nine symphonies were composed by Beethoven in his life.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can repair the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can repair the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car can be repaired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car can be repaired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held a farewell party at the club.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held a farewell party at the club.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 farewell party was held by him at the club.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farewell party was held by him at the club.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was the car bought by him?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car bought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threw the mouse.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threw the mouse.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mouse was thrown by the cat.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mouse was thrown by the cat.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dad didn't fix my bike.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dad didn't fix my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bike wasn't fixed by my dad.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bike wasn't fixed by my 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Jimin will break the promise.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Jimin will break the promise.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promise will be broken by Jimin.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promise will be broken by Jimin.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take his umbrella.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take his umbrella.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Junsu‘s umbrella wasn't taken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Junsu‘s umbrella wasn't taken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 Wars was directed by George Lucas.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Star Wars was directed by George Lucas.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George Lucas directed Star Wars.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George Lucas directed Star Wars.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Wine is not sold by them at that store.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Wine is not sold by them at that store.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They don't sell wine at that store.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They don't sell wine at that store.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he open the window?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he open the window?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the window opened by him?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window opened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hold a meeting last week?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they hold a meeting last week?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a meeting held by them last week?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 meeting held by them last week?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he buy the car?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was the car bought by him?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car bought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Henry Ford invented the car.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Henry Ford invented the car.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car was invented by Henry Ford.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car was invented by Henry Ford.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English in your country?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people speak English in your country?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English spoken by people in your country?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English spoken by people in your country?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bought some bread.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bought some bread.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Some bread was bought by Mrs. Dorothy.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Some bread was bought by Mrs. Dorothy.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can use the tool to fix the bike.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can use the tool to fix the bike.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tool can be used by her to fix the bike.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tool can be used by her to fix the bike.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e-mail will be checked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e-mail will be checked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will check the e-mail.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will check the e-mail.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friend can speak and write French.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friend can speak and write French.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French can be spoken and written by my friend.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French can be spoken and written by my friend.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has painted his hometown since last year.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Mike has painted his hometown since last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Mike's hometown has been painted by him since last year.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Mike's hometown has been painted by him since last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uncle is building the red villa by the lake.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uncle is building the red villa by the lake.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red villa by the lake is being built by my uncle.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red villa by the lake is being built by my uncle.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do his homework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didn't do his homework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Junsu's homework wasn't done by him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Junsu's homework wasn't done by him yesterday.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can make some cookies.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father can make some cookies.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Some cookies can be made by my father.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Some cookies can be made by my father.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read by many students.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is read by many students.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Many students read this book.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students read this book.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Seals visit the lake in the summer.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Seals visit the lake in the summer.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lake is visited by seals in the summer.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lake is visited by seals in the summer.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explorer discovered the treasure.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explorer discovered the treasure.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treasure was discovered by the explorer.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treasure was discovered by the explorer.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officer caught the thief.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officer caught the thief.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thief was caught by the police officer.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was caught by the police officer.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rules of the school must be observed.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rules of the school must be observed.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We[People] must observe the rules of the school.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We[People] must observe the rules of the school.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his classmates speak well of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*speak well of ~를 좋게 이야기하다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his classmates speak well of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*speak well of ~를 좋게 이야기하다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He is spoken well of by all his classmates.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He is spoken well of by all his classmates.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make milk into butter and cheese.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make milk into butter and cheese.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Milk is made into butter and cheese (by us).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Milk is made into butter and cheese (by us).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delicious cake was made for him by his mother.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delicious cake was made for him by his mother.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His mother made him a delicious cake.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His mother made him a delicious cake.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looked after my cat while I was out.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sister looked after my cat while I was out.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cat was looked after by my sister while I was 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cat was looked after by my sister while I was out.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Curry and rice was made by my mom.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Curry and rice was made by my mom.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mom made curry and rice.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mom made curry and rice.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grand piano is played by Brian.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grand piano is played by Brian.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Brian plays the grand piano.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Brian plays the grand piano.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project must be done by you.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project must be done by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You must do the project.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You must do the project.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must finish this project tomorrow.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must finish this project tomorrow.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This project must be finished by me tomorrow.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project must be finished by me tomorrow.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built the large house there.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built the large house there.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large house was built there by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large house was built there by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entertained their guests with music.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entertained their guests with music.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Their guests were entertained with music.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Their guests were entertained with music.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jellyfish stung her while she was swimming.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jellyfish stung her while she was swimming.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She was stung by a jellyfish while she was swimming.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She was stung by a jellyfish while she was swimming.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Can you learn French easily?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Can you learn French easily?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 French be learned easily?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 French be learned easily?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show will be directed by Ben.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show will be directed by Ben.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Ben will direct the show.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Ben will direct the show.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Was it made by Ms. Collins last week?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Was it made by Ms. Collins last week?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 Ms. Collins make it last week?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Ms. Collins make it last week?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Windows are broken by Nick.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Windows are broken by Nick.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Nick breaks windows.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Nick breaks windows.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drawing the picture.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is drawing the picture.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picture is being drawn by 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picture is being drawn by 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gave me his photo.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gave me his photo.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was given his photo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His photo was given to me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I was given his photo by him.   /   His photo was given to me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pay one million won.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will pay one million won.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One million won will be paid by him.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One million won will be paid by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didn't catch the thief.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police didn't catch the thief.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thief wasn't caught by the police.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thief wasn't caught by the police.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Careless driving causes many accidents.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Careless driving causes many accidents.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Many accidents are caused by careless driving.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accidents are caused by careless driving.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Koreans love the singer.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Koreans love the singer.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singer is loved by all Koreans.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singer is loved by all Koreans.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parents should teach them good behavior.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Their parents should teach them good behavior.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They should be taught good behavior by their parents.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Good behavior should be taught to them by their parents.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They should be taught good behavior by their parents.   /   Good behavior should be taught to them by their parents.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door was broken by my friend.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door was broken by my friend.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My friend broke the door.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My friend broke the door.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cleaned the bathroom.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cleaned the bathroom.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bathroom was cleaned by Jane.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bathroom was cleaned by Jane.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Minsu didn't send the letter.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Minsu didn't send the letter.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letter wasn’t sent by Minsu.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letter wasn’t sent by Minsu.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girl hit the ball.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girl hit the 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ball was hit by the girl.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ball was hit by the girl.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6 · 57번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caught the mouse.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수동태 문장은 능동태로, 능동태 문장은 수동태로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caught the mouse.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mouse was caught by the cat.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mouse was caught by the cat.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window was broken by a snowball.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broke his window?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His window was broken by a snowball.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broke his window?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 snowball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snowball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T-shirt is loved by everyone.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loves a T-shirt?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T-shirt is loved by everyone.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loves a T-shirt?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Everyone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Everyone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fabric is moved to T-shirt factories.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moves the fabric to T-shirt factories?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fabric is moved to T-shirt factories.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moves the fabric to T-shirt factories?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birds are hunted for food or sport.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hunts many birds for food or sport?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birds are hunted for food or sport.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hunts many birds for food or sport?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Last night, I ordered fried chicken, and it was delivered in less than 30 minutes.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delivered fried chicken?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Last night, I ordered fried chicken, and it was delivered in less than 30 minutes.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delivered fried chicken?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Boat Race is usually held every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holds the Boat Race every year?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Boat Race is usually held every year.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holds the Boat Race every year?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 the school cafeteria, Juliet is picked on by Hugh, the meanest boy at her school.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At the school cafeteria, who picks on Juliet?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At the school cafeteria, Juliet is picked on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Hugh, the meanest boy at her school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At the school cafeteria, who picks on Juliet?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Hugh, the meanest boy at her school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Rapunzel was a long-haired girl who was locked up in a tower by an old witch.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locked up Rapunzel in a tower?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Rapunzel was a long-haired girl who was locked up in a tower by an old witch.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locked up Rapunzel in a tower?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An old witch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 old witch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festival is supported by many organizations and businesses.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supports this festival?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festival is supported by many organizations and businesses.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supports this festival?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Many organizations and businesses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organizations and businesses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four-story house was built in 2011.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built this four-story house in 2011?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four-story house was built in 2011.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built this four-story house in 2011?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Dokdo was first recorded as part of Korea in the 500s.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recorded Dokdo as part of Korea in the 500s?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Dokdo was first recorded as part of Korea in the 500s.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recorded Dokdo as part of Korea in the 500s?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Once your hearing is damaged, you may not be able to recover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damages your hearing?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Once your hearing is damaged, you may not be able to recover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damages your hearing?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The world was surprised by the first Jamaican bobsleigh team at the 1988 Winter Olympic  Games in Calgary.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surprised the world at the 1988 Winter Olympic Games in Calgary?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The world was surprised by the first Jamaican bobsleigh team at the 1988 Winter Olympic  Games in Calgary.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Q. Who surprised the world at the 1988 Winter Olympic Games in Calgary?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700" b="1" i="0" u="sng">
                <a:solidFill>
                  <a:srgbClr val="C03A2E"/>
                </a:solidFill>
                <a:latin typeface="맑은 고딕"/>
              </a:rPr>
              <a:t>The first Jamaican bobsleigh team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first Jamaican bobsleigh team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yellow dust is made in the deserts of China and it blows to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makes this yellow in the deserts of China?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This yellow dust is made in the deserts of China and it blows to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makes this yellow in the deserts of China?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Her first Harry Potter book was turned down by many publishers.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turned down her first Harry Potter book?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Her first Harry Potter book was turned down by many publishers.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turned down her first Harry Potter book?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Many publishers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publishers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During his time, Monet’s work was not liked by the top artists in Paris.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didn't like Monet’s work?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During his time, Monet’s work was not liked by the top artists in Paris.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didn't like Monet’s work?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The top artists in Paris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top artists in Paris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Many giant tortoises were caught and carried to the ship that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caught and carried giant tortoises to the ship?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Many giant tortoises were caught and carried to the ship that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caught and carried giant tortoises to the ship?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They met a storm. So their ship was destroyed, and they landed on a deserted island.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destroyed their ship?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They met a storm. So their ship was destroyed, and they landed on a deserted island.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destroyed their ship?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A storm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 storm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While Washington was directing the construction of the bridge, he was paralyzed by an accident.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paralyzed Washington?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While Washington was directing the construction of the bridge, he was paralyzed by an accident.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Q. What paralyzed Washington?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1900" b="1" i="0" u="sng">
                <a:solidFill>
                  <a:srgbClr val="C03A2E"/>
                </a:solidFill>
                <a:latin typeface="맑은 고딕"/>
              </a:rPr>
              <a:t>An accident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An accident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7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was destroyed by war.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destroyed the old library?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질문에 답하시오.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Animals are raised in the house in Mongolia.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raises animals in the house?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Mongolian people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Coins were first invented in the 7th century B.C. in Lydia.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Who first invented coins in the 7th century B.C. in Lydia? 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unknown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old library was destroyed by war.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Q. What destroyed the old library?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___________________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cleaned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every 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___________________ from wood.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Paper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from wood.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There was a fire at the hotel last week. Two of the rooms ___________________.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There was a fire at the hotel last week. Two of the rooms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damaged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damaged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_____________ last week but the next day it _______________ by the police.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stolen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last week but the next day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found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the police.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stolen, was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saw an accident yesterday. Two people ___________________ to hospital.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cause    give    invite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make    find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saw an accident yesterday. Two people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taken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hospital.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cause    give    invite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make    find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accidents ___________________ by dangerous driving.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Many accidents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caused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by dangerous driving.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caused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Police are looking for the missing boy. He can’t ___________________ anywhere.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Police are looking for the missing boy. He can’t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found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anywhere.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‘Where did you get this picture?’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’It ___________________ to me by a friend of mine.’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‘Where did you get this picture?’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given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me by a friend of mine.’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given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’Did Jim and Sue go to the wedding?’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‘No. They ___________________ but they didn’t go’.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’Did Jim and Sue go to the wedding?’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‘No. They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but they didn’t go’.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8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’How old is this film?’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‘It ___________________ in 1965.‘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 안 단어를 알맞은 형태로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clean    steal    take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damage    find    make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’How old is this film?’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‘It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made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in 1965.‘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made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Your cat doesn’t look well.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You’re right. It doesn’t. It should _________________ to the vet. (take)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Your cat doesn’t look well.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You’re right. It doesn’t. It should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be taken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to the vet. (take)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be taken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Why didn’t she come to your party?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Because she ________________________. (not, invite).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Why didn’t she come to your party?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Because she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wasn’t invited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(not, invite).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wasn’t invited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Do they include service in the bill?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service ________________________. (include)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Will they put off the meeting?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Do they include service in the bill?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service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included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(include)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Will they put off the meeting?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included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I’m sure the meeting _____________________________. (put off)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I’m sure the meeting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be put off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(put off)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put 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9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Can we leave our bicycles in the driveway?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No. Bicycles ________________________________________ (leave) in the driveway.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주어진 동사의 수동형을 사용하여 대화를 완성하시오.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Did anyone repair the printer yesterday?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it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repaired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 (repair)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Can we leave our bicycles in the driveway?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No. Bicycles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cannot be left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(leave) in the driveway.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cannot be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Two bottles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of coke are drunk by him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Two bottles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of coke are drunk by him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How many bottles of coke are drunk by him?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many bottles of coke are drunk by him?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flowers aren’t picked by Judy?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flowers aren’t picked by Judy?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flowers picked by Judy?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flowers picked by Judy?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painted the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France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painted the picture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France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Where was the picture painted?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was the picture painted?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they aren't. These books aren't sold in Korea.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No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they aren't. These books aren't sold in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these books sold in Korea?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these books sold in Korea?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will serve breakfast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 8 o’clock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will serve breakfast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 8 o’clock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What time will breakfast be served?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What time will breakfast be served?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Yes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it was. The letter was written by John.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u="sng">
                <a:solidFill>
                  <a:srgbClr val="C03A2E"/>
                </a:solidFill>
                <a:latin typeface="맑은 고딕"/>
              </a:rPr>
              <a:t>Yes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, it was. The letter was written by John.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the letter written by John?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the letter written by John?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plates are kept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the cupboard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plates are kept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the cupboard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Where are the plates kept?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are the plates kept?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sent the message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email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sent the message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email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How was the message sent?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was the message sent?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Someone will clean the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every week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Someone will clean the car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every week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How often will the car be cleaned?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How often will the car be cleaned?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make these toys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London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make these toys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 London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Where are these toys made?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are these toys made?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10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plane was flown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over the airfield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밑줄 친 부분을 묻는 수동태 의문문을 만드시오.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was driven by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Mark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whom was the car driven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plane was flown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over the airfield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Where was the plane flown?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Where was the plane flown?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_________ the news.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news.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wine is made __________ French grapes.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wine is made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from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French grapes.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interested __________ making a robot.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am interested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making a robot.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cake is covered __________ fresh cream.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cake is covered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with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fresh cream.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I'm tired __________ this rainy weather.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I'm tired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of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this rainy weather.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box is filled __________ books.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box is filled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with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books.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was surprised __________ the news.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mother was surprised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news.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Emily is excited __________ going on this trip.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Emily is excited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about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going on this trip.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about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Psy was known __________ people around the world.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Psy was known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people around the world.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__________ leather.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of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leather.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11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__________ the news.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박스에 주어진 단어로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with    at    from    in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of    to    about    of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surprised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at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the news.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was baked by some bread.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Mrs. Dorothy was baked by some bread.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baked by → baked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baked by → baked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books are bought by Dad last night.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 books are bought by Dad last night.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bought → were bought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bought → were bought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your meals cooked by your dad on weekends?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 your meals cooked by your dad on weekends?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Do → 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Do → 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Soccer plays in most countries of the world.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Soccer plays in most countries of the world.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plays → is played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plays → is played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Why did the letter send to the wrong address?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Why did the letter send to the wrong address?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 the letter send → was the letter sent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the letter send → was the letter 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and French is spoken in Canada.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English and French is spoken in Canada.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→ 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→ 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Jean Valjean was stolen some bread.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Jean Valjean was stolen some bread.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stolen → stole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stolen → stole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painted to Picaso.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picture was painted to Picaso.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→ by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→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built 100 years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house built 100 years ago.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built → was built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 →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Where are you born?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Where are you born?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are → were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are → were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How many languages are speaking in Switzerland?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How many languages are speaking in Switzerland?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speaking → spoken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speaking → spoken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broke into our house, but nothing stolen.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Somebody broke into our house, but nothing stolen.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stolen → was stolen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stolen → was stolen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invented the bicycle?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invented the bicycle?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invented the bicycle → the bicycle invented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invented the bicycle → the bicycle invented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Harry Potter was written J.K. Rowling.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Harry Potter was written J.K. Rowling.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J.K. Rowling → by J.K. Rowling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J.K. Rowling → by J.K. Rowling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forest covered with tall pine trees.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forest covered with tall pine trees.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covered → was covered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covered → was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life existed on other planets?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Is life existed on other planets?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life existed → Does life exist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life existed → Does life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Eiffel Tower built by a French engineer Gustave Eiffel in 1889.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Eiffel Tower built by a French engineer Gustave Eiffel in 1889.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built → was built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built → was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car were made in Korea.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car were made in Korea.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were → was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were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19번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was invented to Edison.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light bulb was invented to Edison.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→ by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→ 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room cleaned by her?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Did the room cleaned by her?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 → Was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held concerts on Dokdo.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held concerts on Dokdo.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held → held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held → held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will be cleaning by a staff.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room will be cleaning by a staff.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cleaning → cleaned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cleaning → cleaned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rabbit is chasing by a tiger.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rabbit is chasing by a tiger.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chasing → chased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chasing → chased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dog caught by a big mouse.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dog caught by a big mouse.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caught → was caught or caught by → caught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caught → was caught or caught by → caught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pet dog is eaten two candies every 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pet dog is eaten two candies every 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eaten → eats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eaten → eats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food will prepared by them for the party.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lot of food will prepared by them for the party.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prepared → will be prepared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prepared → will be prepared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bridge build?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did the bridge build?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 the bridge build → was the bridge built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 the bridge build → was the bridge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wasn't taken his umbrella.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Junsu wasn't taken his umbrella.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wasn't taken → didn't take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taken → didn't take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29번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bus was appeared around the corner.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 bus was appeared around the corner.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appeared → appeared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appeared → appeared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changed my life completely.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book was changed my life completely.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changed → changed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changed → changed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buildings didn't build by them.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buildings didn't build by them.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didn't build → weren't built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didn't build → weren't built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seen study English by me.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seen study English by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study → to study[studying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study → to study[studying]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will be broken by accident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car will be broken by accident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be → was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be →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mom was watered flowers yesterday.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My mom was watered flowers yesterday.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watered → watered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watered → watered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singer loves by all Koreans.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singer loves by all Koreans.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loves → is loved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loves → is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golden mask was finding by Mr. White.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golden mask was finding by Mr. White.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finding → found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finding →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was the book wrote?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By whom was the book wrote?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wrote → written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wrote → written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will easily solved by him.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problem will easily solved by him.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easily solved → will be easily solved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easily solved → will be easily solved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39번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photos wasn't taken at that moment.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photos wasn't taken at that moment.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wasn't → weren't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wasn't → weren't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Good luck would be bring by good names.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Good luck would be bring by good names.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bring → brought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bring → brought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Lots of energy will saved by solar power.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Lots of energy will saved by solar power.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will saved → will be saved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will saved → will be saved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your computer screen broke?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When was your computer screen broke?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broke → broken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broke → broken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will be deliver to you by tomorrow.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book will be deliver to you by tomorrow.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deliver → delivered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deliver → delivered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by leather.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This bag is made by leather.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→ of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had a new car and a boat.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was had a new car and a boat.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was had → had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was had → had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isn't satisfied by her apartment.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Jane isn't satisfied by her apartment.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→ with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satisfied by his excellent performance.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was satisfied by his excellent performance.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by → with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by →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don’t think Mario loved by everybody.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don’t think Mario loved by everybody.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loved → is loved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loved → is loved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49번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was called to Kitty by Jenny.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cat was called to Kitty by Jenny.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to Kitty → Kitty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to Kitty → Kitty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50번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shop is opened next week.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 shop is opened next week.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is → will be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is → will be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12 · 51번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America discovered by?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문법적 오류를 찾아 고쳐 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Who America discovered by?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Who → Who was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Who → Who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편지들은 어제 그의 의해 읽혀졌다.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read, letters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편지들은 어제 그의 의해 읽혀졌다.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read, letters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letters were read by him yesterday.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letters were read by him yesterday.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기계는 나의 아버지에 의해서 발명되었다.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machine, invent, father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기계는 나의 아버지에 의해서 발명되었다.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machine, invent, father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This machine was invented by my father.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This machine was invented by my father.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오렌지는 한국으로 수입된다.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oranges, import, into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오렌지는 한국으로 수입된다.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oranges, import, into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Oranges are imported into Korea.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Oranges are imported into Korea.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희곡은 William Shakespeare에 의해 쓰였다.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play, write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희곡은 William Shakespeare에 의해 쓰였다.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play, write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play was written by William Shakespeare.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play was written by William Shakespeare.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05번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342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며칠 전 나는 개한테 물렸다.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__________ __________ __________ __________ __________ __________ a few days ago.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며칠 전 나는 개한테 물렸다.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bite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I was bitten by a dog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 few days ago.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I was bitten by a dog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06번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343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전화는 언제 발명되었습니까?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telephone, invent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전화는 언제 발명되었습니까?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telephone, invent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When was the telephone invented?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When was the telephone invented?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07번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344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프랑스어는 캐나다에서 사용된다.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speak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프랑스어는 캐나다에서 사용된다.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speak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French is spoken in Canada.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French is spoken in Canada.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08번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345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문은 John에 의해 잠겼다.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door, lock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문은 John에 의해 잠겼다.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door, lock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door was locked by John.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door was locked by John.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09번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346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아이들은 경찰에 의해 발견되었다.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find, the police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아이들은 경찰에 의해 발견되었다.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find, the police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children were found by the police.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children were found by the police.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10번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347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약속은 모든 사람에 의해 지켜졌다.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promise, keep, everybody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약속은 모든 사람에 의해 지켜졌다.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promise, keep, everybody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promise was kept by everybody.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promise was kept by everybody.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348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장면에서 많은 배우들이 부상을 입었다.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actor, injure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__________ __________ __________ __________ at the scene.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 장면에서 많은 배우들이 부상을 입었다.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actor, injure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Many actors were injured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 at the scene.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Many actors were injured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349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그들은 종이가 중국 사람들에 의해 발명되었다고 믿었다.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believe, a paper, invent, Chinese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그들은 종이가 중국 사람들에 의해 발명되었다고 믿었다.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believe, a paper, invent, Chinese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They believed a paper was invented by Chinese.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They believed a paper was invented by Chinese.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350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쿠키들은 우리 엄마에 의해 구워졌다.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cookies, bake, my mom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이 쿠키들은 우리 엄마에 의해 구워졌다.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these cookies, bake, my mom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These cookies were baked by my mom.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These cookies were baked by my mom.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P1 · Part 13 · 14번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Pattern 1. 수동태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351 / 351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어제, 그 의자들은 민수에 의해서 부서졌다.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break, Minsu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Yesterday, __________ __________ __________ __________ __________ __________.</a:t>
            </a:r>
          </a:p>
        </p:txBody>
      </p:sp>
      <p:sp>
        <p:nvSpPr>
          <p:cNvPr id="7" name="reveal_1_en_ov"/>
          <p:cNvSpPr txBox="1"/>
          <p:nvPr/>
        </p:nvSpPr>
        <p:spPr>
          <a:xfrm>
            <a:off x="457200" y="868680"/>
            <a:ext cx="11277295" cy="4617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빈칸을 채우시오.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어제, 그 의자들은 민수에 의해서 부서졌다.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break, Minsu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  Yesterday, </a:t>
            </a:r>
            <a:r>
              <a:rPr sz="2000" b="1" i="0" u="sng">
                <a:solidFill>
                  <a:srgbClr val="C03A2E"/>
                </a:solidFill>
                <a:latin typeface="맑은 고딕"/>
              </a:rPr>
              <a:t>the chairs were broken by Minsu</a:t>
            </a:r>
            <a:r>
              <a:rPr sz="2000" b="0" i="0" u="none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532119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veal_1_en"/>
          <p:cNvSpPr/>
          <p:nvPr/>
        </p:nvSpPr>
        <p:spPr>
          <a:xfrm>
            <a:off x="457200" y="5669279"/>
            <a:ext cx="11277295" cy="100584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the chairs were broken by Minsu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