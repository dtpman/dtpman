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 ·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351문항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1. 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능동태: 주어가 동작을 하는 것을 말할 때 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수동태: 주어가 동작을 당하거나 받는 것으로, 동작의 주체가 아닌 대상에 초점을 두어 말할 때 사용한다.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형태: 「be동사+과거분사(p.p.)」 / 동작을 하는 주체는 「by+행위자」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행위자가 막연한 일반인일 때, 행위자가 분명하지 않거나 중요하지 않을 때는 「by+행위자」를 생략하는 경우가 많다.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과거 시제: 「was/were+과거분사」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부정문: be동사 다음에 not을 넣는다.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A leather pilot jacket and goggles were displayed.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가죽 비행사 재킷과 고글이 전시되어 있었다.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kitchen is cleaned every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부엌은 매일 청소된다.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living room was painted by my father.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거실은 우리 아버지에 의해 칠해졌다.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house was built by his grandfather in 1910.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집은 1910년에 그의 할아버지에 의해 지어졌다.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was solved) by the student.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solved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student.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solved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수학 문제는 그 학생에 의해 풀렸다.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(ordered / was ordered) a cheese burger.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ordered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ordered) a cheese burger.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ordered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치즈버거를 주문했다.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Was) the company (develop / developed) a new menu?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Was) the company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develop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developed) a new menu?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Did, develop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회사는 새 메뉴를 개발했나요?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(wasn't / didn't) made by Sam.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didn't) made by Sam.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선물은 Sam이 만든 것이 아니다.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(him / his / he).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his / he).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라디오는 그에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ate) his chocolate cookies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his chocolate cookies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그의 초콜릿 쿠키를 먹었다.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was produced by) Lee.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produced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Lee.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produced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영화는 Lee에 의해 제작되었다.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(became / was become / was become by) a famous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became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become / was become by) a famous singer.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became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Billy는 유명한 가수가 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was built / was built by) in the 17th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built by) in the 17th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건물은 17세기에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(were destroyed by / destroyed / are destroyed by) the earthquake in 2011.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destroyed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 / are destroyed by) the earthquake in 2011.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destroyed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집이 2011년 지진으로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was taken) to the zoo by my uncle.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zoo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삼촌에 의해 동물원에 데려가졌다.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was written / will write) by Mary.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write) by Mary.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Mary에 의해 쓰여졌다.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(died /were died) from the cold.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were died) from the cold.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펭귄이 추위로 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me / their).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their).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나에 의해 청소되었다.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are hunted) by other animals.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hunted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other animals.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hunted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새들은 때때로 다른 동물들에게 사냥당한다.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(appeared / is appeared) in China around the 10th century A.D.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appeared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is appeared) in China around the 10th century A.D.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appeared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최초의 지폐는 서기 10세기경 중국에서 나타났다.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moved) by the story.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story.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그 이야기에 깊이 감동받았다.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was almost hit) by a car on my way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almost hit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car on my way home.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almost hit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집에 가는 길에 차에 치일 뻔했다.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(was destroyed / destroyed) by the storm.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destroyed) by the storm.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그들의 배는 폭풍에 의해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existed) millions of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existed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millions of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existed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공룡은 수백만 년 전에 존재했다.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was broken) by a snowball.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snowball.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갑자기 그의 창문이 눈덩이에 의해 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was destroyed) by war.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war.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오래된 도서관은 전쟁으로 파괴되었다.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Is) the blackboard in our class often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the blackboard in our class often cleaned by her?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반 칠판은 그녀가 자주 청소하니?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is not) eaten by the early bird.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eaten by the early bird.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일찍 일어나는 벌레는 일찍 일어나는 새에게 먹히지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be delivered)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햄버거도 한국에서 배달될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built / build)?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build)?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4층짜리 집은 언제 지어졌나요?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Do) you (spent / spend) your allowance wisely and carefully?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 (spent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your allowance wisely and carefully?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Do, spend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용돈을 현명하고 신중하게 쓰니?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Were) all the people in the house (were invited / invited) to dinner?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all the people in the house (were invited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dinner?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집에 있던 모든 사람이 저녁 식사에 초대되었나요?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was stopped / was stopping) on the street by a policeman.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stopping) on the street by a policeman.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Tom은 거리에서 경찰관에게 제지당했다.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was invented) in the 1880s.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the 1880s.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전구는 1880년대에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by) Picasso.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Picasso.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그림들은 피카소에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was built) in 1999.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1999.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병원은 1999년에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(hold / are held) the Olympic games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are held) the Olympic games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매년 올림픽 경기를 개최한다.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(was published / published) in 2010.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published) in 2010.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2010년에 출판되었다.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bought) me a CD.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me a CD.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아버지가 나에게 CD를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like) pasta.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pasta.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아이들은 파스타를 좋아한다.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was helped)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helped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도움을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(is bought / will be bought)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be bought)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우유는 매일 구입된다.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was sent) to the library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library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Nick은 어제 도서관에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will be given) a new toy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 new toy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Liz는 내일 새 장난감을 받게 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was published) 2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2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이야기는 2년 전에 출판되었다.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by a thief!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a thief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a thief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보석은 도둑에게 도난당했다!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소설 '1984'는 George Orwell이 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by someone in the 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줄에서 누군가에 의해 넘어뜨려졌다.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by people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축제는 보통 사람들에 의해 매년 열린다.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어느 날 Peter는 과학 실험에서 나온 거미에게 물린다.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by us!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us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반의 누구든 우리에게 환영받는다!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by post on the 21st of last month.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post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21st of last month.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post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지난달 21일에 우편으로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훌륭한 선생님에게 독일어를 배웠다.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by cleaners every day?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cleaners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cleaners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방은 매일 청소부들이 청소하나요?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사람이 그 소식에 충격을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by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사람들에게 베토벤이라고 불린다.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초상화는 무명 화가가 그렸다.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by him in the drawing.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drawing.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감정은 그림 속에서 그에 의해 강하게 표현되었다.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케네디 대통령은 Lee Harvey Oswald에게 살해당했다.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by someone that my sister was 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my sister was 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누군가에게서 내 여동생이 여기 있다는 말을 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by the selectors for the national event.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the selectors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the national event.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the selectors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Anne은 선발 위원들에 의해 국가 행사에 뽑혔다.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(bring) to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장미가 그녀에게 가져다졌다.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(build) next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next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내년에 새 건물이 지어질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(speak) all over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all over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영어는 전 세계에서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(find) in the library.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library.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도서관에서 발견되지 않을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(write)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어제 쓰여졌다.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(throw) away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thrown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away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thrown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오래된 신문들은 어제 버려졌다.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(do) by him soon.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 soon.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일은 곧 그에 의해 끝날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(can, see) from every room in my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every room in my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한강은 우리 집 모든 방에서 보일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(clean)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(clean) the room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room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어제 그 방을 청소했다.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(make) from milk.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milk.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버터는 우유로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(import) into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imported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into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imported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오렌지는 캐나다로 수입된다.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집들은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(injure) in the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accident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injured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어제 그 사고로 여섯 명이 다쳤다.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(wake) up by the noise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woken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by the noise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woken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어젯밤 소음 때문에 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(bite) by a dog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dog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남동생은 지난주에 개에게 물렸다.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(use) very often.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very often.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기계는 매우 자주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(break) by somebody.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somebody.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 누군가에 의해 창문이 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(send) to the wrong address.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wrong address.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마지막 이메일은 잘못된 주소로 보내졌다.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(make)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종이는 나무로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(steal)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차는 지난주에 도난당했다.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(invent) in 1948.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1948.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기계는 1948년에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(bear) in Rome.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Rome.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born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Tony는 로마에서 태어났다.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(speak) by many Europeans.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many Europeans.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독일어는 많은 유럽인에 의해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(find) by his owner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his owner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어젯밤 주인에게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(invite) her friends to dinner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 friends to dinner today.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Judy는 오늘 친구들을 저녁 식사에 초대했다.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(build) at the beginning of the eleventh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beginning of the eleventh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런던 탑은 11세기 초에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(invite) to the party yesterday evening.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 yesterday evening.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어제 저녁 많은 사람이 파티에 초대되었다.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(steal)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어제 도난당했다.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(sing) by David Smith in 1995.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David Smith in 1995.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노래는 1995년에 David Smith가 불렀다.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(break) by my younger brother.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younger brother.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의자는 내 남동생에 의해 부서졌다.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(catch) by the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people.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코끼리들은 사람들에게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(bite) by my dog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dog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어린아이가 어젯밤 우리 개에게 물렸다.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(not, invent) by Anthony.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Anthony.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달력은 Anthony가 발명한 것이 아니다.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(use) in China in the 13th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China in the 13th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지폐는 13세기에 중국에서 사용되었다.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____________ _____________ by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kicked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kicked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공은 그 소년에 의해 차였다.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_____________ _____________ ____________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우리 아버지에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____________ _____________ ____________ the old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kept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old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kept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흰 개 한 마리가 그 노인에게 길러진다.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문은 그녀에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_____________ _____________ _____________ a police officer.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경찰관에 의해 제지되었다.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_____________ _____________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모두에게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_____________ 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eaten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eaten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모든 바나나가 그에 의해 먹혔다.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____________ _____________ by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벽은 우리 어머니에 의해 칠해졌다.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_____________ _____________ 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책상은 그에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room 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room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drawn 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drawn by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그에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Mike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Mike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문은 Mike에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 King Sejong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 King Sejong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한글은 세종대왕에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baked by my sister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baked by my sister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쿠키는 내 여동생이 구웠다.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by me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dog is fed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dog is fed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개는 매일 나에게 먹이를 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sold online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sold online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요즘 신발은 온라인으로 팔린다.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____________ ____________ ____________ Indian art.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 interested 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Indian art.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 interested 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인도 미술에 관심이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covered with[by] snow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covered with[by] snow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산꼭대기는 눈으로 덮여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_____________ _____________ for me by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시계는 우리 아버지가 나에게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_____________ _____________ by a French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French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실종된 아이는 프랑스인 가족에게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____________ ____________ ____________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사진들은 파티에서 민호가 찍었다.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_____________ _____________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창문은 그들에 의해 깨지지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done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일은 그에 의해 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liked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그녀에게 좋아함을 받지 못했다.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isn't cleaned by Judy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isn't cleaned by Judy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Judy가 청소하지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weren't pulled by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weren't pulled by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상자들은 내가 끌지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vase wasn't broken by Jason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vase wasn't broken by Jason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꽃병은 Jason이 깨지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____________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written by my brother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written by my brother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내 형이 쓰지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_____________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checked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checked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학생들의 숙제는 그에게 검사되지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_____________ ____________ _____________ to me by a post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post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당신의 편지는 집배원에 의해 나에게 배달되지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_____________ _____________ _____________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written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written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소설은 그녀가 쓰지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the guards.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back door wasn’t locked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guards.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back door wasn’t locked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뒷문은 경비원들이 잠그지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Money isn’t spent on magazines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Money isn’t spent on magazines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돈은 그에 의해 잡지에 쓰이지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loved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그녀에게 사랑받게 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_____________ _____________ the work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finish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work by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finish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내일까지 그 일을 끝낼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____________ ____________ ____________ in the park.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park.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공원에서 많은 사람을 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____________ _____________ ____________ by Min-su.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have been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Min-su.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have been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편지들은 민수가 써 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집이 그에 의해 지어질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service can be used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service can be used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서비스는 모든 아이가 이용할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Spanish _____________ by people in Peru?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Spanish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people in Peru?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Is,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페루에서는 사람들이 스페인어를 사용하나요?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_____________ the first telephone _____________ _____________ Bell?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first telephone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Bell?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벨은 첫 전화기를 언제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the pictures ____________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taken by Cathy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taken by Cathy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Cathy가 사진을 찍었나요?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an airplane ____________ ____________ the Wright Brothers?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 airplane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Wright Brothers?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라이트 형제는 언제 비행기를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at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uniforms worn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uniforms worn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학교에서 교복을 입었나요?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the Beatles?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Yesterday sung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the Beatles?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Yesterday sung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비틀즈가 'Yesterday'를 불렀나요?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man caught,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police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man caught, the police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경찰이 그 남자를 잡았나요?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___________ ____________ ____________ ____________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whom was the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whom was the telephone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전화기는 누가 발명했나요?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______________ ______________ a genius.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genius.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called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그를 천재라고 부른다.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____________ _____________ ___________ a computer.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computer.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called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그 기계를 컴퓨터라고 부를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기계는 컴퓨터라고 불릴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_____________ _____________ _____________ food by hand.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must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food by 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must be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펭귄에게 손으로 먹이를 줘야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펭귄은 손으로 먹이를 받아야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____________ ____________ ____________ _____________ by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어머니가 나에게 흰 드레스를 만들어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흰 드레스가 어머니에 의해 나를 위해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unhappy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unhappy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내 삶을 불행하게 만들었다.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삶은 그녀에 의해 불행해졌다.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_____________ _____________ _____________ in the forest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 dead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forest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 dead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숲에서 죽은 군인을 발견했다.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죽은 군인이 숲에서 그들에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____________ ____________ ____________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care of by the babysitter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care of by the babysitter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보모는 두 아이를 돌보았다.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두 아이는 그 보모에 의해 돌봐졌다.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by Ms. Shelly.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taught math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Ms. Shelly.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taught math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Shelly 선생님은 우리에게 수학을 가르치신다.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Shelly 선생님에게 수학을 배운다.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____________ ____________ ____________ _____________ 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his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어머니는 그에게 맛있는 케이크를 만들어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맛있는 케이크가 그의 어머니에 의해 그를 위해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eating fast food.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People are made fat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eating fast food.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People are made fat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패스트푸드를 먹는 것은 사람들을 살찌게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패스트푸드를 먹음으로써 살이 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_____________ by doing yoga.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will be made healthy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doing yoga.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will be made healthy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요가는 당신을 건강하게 해 줄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당신은 요가를 함으로써 건강해질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____________ _____________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invites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invites people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Jack에 의해 파티에 초대된다.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Jack은 사람들을 파티에 초대한다.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invented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Bell,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first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Bell, the first telephone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최초의 전화기는 Bell에 의해 발명되었다.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Bell이 최초의 전화기를 발명했다.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_____________ _____________ _____________ _____________  in April.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plant many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in April.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plant many trees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4월에 사람들에 의해 많은 나무가 심어질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4월에 많은 나무를 심을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can see trees in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We[They/People]: 일반인, 끝에 by us(them) 생략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can see trees in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We[They/People]: 일반인, 끝에 by us(them) 생략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산에서 나무들을 볼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우리는(일반인은) 산에서 나무들을 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crab.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Kate doesn’t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crab.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Kate doesn’t catch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게는 Kate에게 잡히지 않는다.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Kate는 게를 잡지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_____________ created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King Sejong,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created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Hanguel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King Sejong, Hanguel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한글은 세종대왕에 의해 만들어졌다.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세종대왕이 한글을 만들었다.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 _____________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ran after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ran after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소년은 개에게 쫓겼다.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개가 그 소년을 쫓았다.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walk the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walk the dog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개는 그에 의해 산책될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개를 산책시킬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____________ _____________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this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this book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헤밍웨이가 썼다.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헤밍웨이가 이 책을 썼다.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___________ ___________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pleased the teacher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pleased the teacher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선생님은 그 소년의 작품에 기뻐하셨다.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소년의 작품이 선생님을 기쁘게 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the movie star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the movie star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영화배우는 십대 소녀들에게 사랑받았다.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십대 소녀들은 그 영화배우를 사랑했다.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after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room cleaned by David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after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room cleaned by David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David는 방과 후에 방을 청소했니?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방은 방과 후에 David에 의해 청소되었니?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_____________ _____________ alone.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baby read the whole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baby read the whole book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책 전체가 아기에 의해 혼자서 읽혔다.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아기가 혼자서 책 전체를 읽었다.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on the floor.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dropped the 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floor.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dropped the pen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펜이 나에 의해 바닥에 떨어뜨려졌다.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펜을 바닥에 떨어뜨렸다.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stole my wallet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stole my wallet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지갑이 어제 도둑에게 도난당했다.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도둑이 어제 내 지갑을 훔쳤다.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this letter to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this letter to him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편지는 나에 의해 그에게 전달될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이 편지를 그에게 전달할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CD online.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may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CD online.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may buy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CD는 그가 온라인으로 살 수도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CD를 온라인으로 살 수도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French?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taught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taught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누구에게 프랑스어를 배웠니?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누가 너에게 프랑스어를 가르쳤니?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a sweater.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Grandma bought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sweater.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Grandma bought me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스웨터는 할머니가 나에게 사 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할머니가 나에게 스웨터를 사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 down the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blew down the trees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나무들은 바람에 의해 쓰러졌다.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바람이 나무들을 쓰러뜨렸다.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____________ a ticket.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give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ticket.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give you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그에게 표를 받을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너에게 표를 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wooden box was made by Fred.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wooden box was made by Fred.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Fred는 나무 상자를 만들었다.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나무 상자는 Fred에 의해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Korean is spoken in Korea (by people).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Korean is spoken in Korea (by people).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사람들은 한국에서 한국어를 말한다.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한국어는 한국에서 (사람들에 의해) 말해진다.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Nine symphonies were composed by Beethoven in his life.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Nine symphonies were composed by Beethoven in his life.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베토벤은 평생 아홉 개의 교향곡을 작곡했다.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아홉 개의 교향곡이 베토벤의 평생 동안 작곡되었다.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can be repaired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can be repaired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차를 수리할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그에 의해 수리될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farewell party was held by him at the club.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farewell party was held by him at the club.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클럽에서 송별 파티를 열었다.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송별 파티가 클럽에서 그에 의해 열렸다.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언제 그 차를 샀니?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언제 그에 의해 구매되었니?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thrown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thrown by the cat.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고양이가 쥐를 던졌다.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쥐가 고양이에 의해 던져졌다.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bike wasn't fixed by my dad.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bike wasn't fixed by my dad.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아빠는 내 자전거를 고치지 않으셨다.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자전거는 아빠에 의해 고쳐지지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will be broken by Jimin.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will be broken by Jimin.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지민은 그 약속을 깰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약속은 지민에 의해 깨질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Junsu‘s umbrella wasn't taken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Junsu‘s umbrella wasn't taken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우산을 가져가지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준수의 우산은 그에 의해 가져가지지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George Lucas directed Star Wars.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George Lucas directed Star Wars.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스타워즈는 조지 루카스가 감독했다.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조지 루카스가 스타워즈를 감독했다.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don't sell wine at that store.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don't sell wine at that store.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와인은 그 가게에서 그들에 의해 팔리지 않는다.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그 가게에서 와인을 팔지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window opened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window opened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그가 창문을 열었니?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창문이 그에 의해 열렸니?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 meeting held by them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 meeting held by them last week?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지난주에 회의를 열었니?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회의가 지난주에 그들에 의해 열렸니?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언제 그 차를 샀니?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언제 그에 의해 구매되었니?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was invented by Henry Ford.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was invented by Henry Ford.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헨리 포드가 자동차를 발명했다.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자동차는 헨리 포드에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English spoken by people in your country?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English spoken by people in your country?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나라에서는 사람들이 영어를 말하니?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나라에서는 영어가 사람들에 의해 말해지니?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bread was bought by Mrs. Dorothy.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bread was bought by Mrs. Dorothy.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Dorothy 부인이 빵을 샀다.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빵이 Dorothy 부인에 의해 구매되었다.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tool can be used by her to fix the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tool can be used by her to fix the bike.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도구를 사용해서 자전거를 고칠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도구는 자전거를 고치기 위해 그녀에 의해 사용될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check the e-mail.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check the e-mail.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이메일은 그에 의해 확인될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그 이메일을 확인할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can be spoken and written by my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can be spoken and written by my friend.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친구는 프랑스어를 말하고 쓸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프랑스어는 내 친구에 의해 말해지고 쓰여질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Mike's hometown has been painted by him since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Mike's hometown has been painted by him since last year.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Mike는 작년부터 그의 고향을 그려 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Mike의 고향은 작년부터 그에 의해 그려져 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red villa by the lake is being built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red villa by the lake is being built by my uncle.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삼촌은 호숫가에 붉은 별장을 짓고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호숫가의 붉은 별장은 삼촌에 의해 지어지고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Junsu's homework wasn't done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Junsu's homework wasn't done by him yesterday.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어제 숙제를 하지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준수의 숙제는 어제 그에 의해 되어지지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cookies can be made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cookies can be made by my father.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아버지는 쿠키를 만드실 수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쿠키는 아버지에 의해 만들어질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students read this book.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students read this book.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많은 학생들에게 읽힌다.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학생들이 이 책을 읽는다.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lake is visited by seals in the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lake is visited by seals in the summer.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바다표범들은 여름에 그 호수를 찾는다.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호수는 여름에 바다표범들에게 찾아진다.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treasure was discovered by the explorer.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treasure was discovered by the explorer.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탐험가가 보물을 발견했다.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보물은 탐험가에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 caught by the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 caught by the police officer.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경찰관이 도둑을 잡았다.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도둑은 경찰관에게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We[People] must observe the rules of the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We[People] must observe the rules of the school.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학교 규칙은 지켜져야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우리는(사람들은) 학교 규칙을 지켜야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spoken well of by all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spoken well of by all his classmates.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반 친구들은 모두 그를 좋게 이야기한다.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반 친구들 모두에게 좋은 이야기를 듣는다.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Milk is made into butter and cheese (by us).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Milk is made into butter and cheese (by us).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우리는 우유로 버터와 치즈를 만든다.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우유는 (우리에 의해) 버터와 치즈로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mother made him a delicious cake.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His mother made him a delicious cake.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맛있는 케이크가 그의 어머니에 의해 그를 위해 만들어졌다.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어머니가 그에게 맛있는 케이크를 만들어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cat was looked after by my sister while I was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cat was looked after by my sister while I was out.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내가 외출한 동안 언니가 내 고양이를 돌봤다.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고양이는 내가 외출한 동안 언니에 의해 돌봐졌다.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mom made curry and rice.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mom made curry and rice.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카레라이스는 엄마가 만드셨다.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엄마가 카레라이스를 만드셨다.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Brian plays the grand piano.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Brian plays the grand piano.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그랜드 피아노는 Brian이 연주한다.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Brian이 그랜드 피아노를 연주한다.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must do the project.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must do the project.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프로젝트는 네가 해야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그 프로젝트를 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project must be finished by me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project must be finished by me tomorrow.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내일 이 프로젝트를 끝내야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프로젝트는 내일 나에 의해 끝내져야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large house was built there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large house was built there by them.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그곳에 큰 집을 지었다.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큰 집은 그들에 의해 그곳에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Their guests were entertained with music.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Their guests were entertained with music.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음악으로 손님들을 즐겁게 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손님들은 음악으로 즐거움을 받았다.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stung by a jellyfish while she was swimming.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stung by a jellyfish while she was swimming.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그녀가 수영하는 동안 해파리가 그녀를 쏘았다.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수영하는 동안 해파리에게 쏘였다.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French be learned easily?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French be learned easily?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너는 프랑스어를 쉽게 배울 수 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프랑스어는 쉽게 배워질 수 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Ben will direct the show.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Ben will direct the show.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쇼는 Ben이 감독할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Ben이 그 쇼를 감독할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Ms. Collins make it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Ms. Collins make it last week?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그것은 지난주에 Collins 선생님이 만들었니?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Collins 선생님이 지난주에 그것을 만들었니?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Nick breaks windows.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Nick breaks windows.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창문들은 Nick에 의해 깨진다.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Nick이 창문들을 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picture is being drawn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picture is being drawn by her.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그림을 그리고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그림이 그녀에 의해 그려지고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given his photo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photo was given to me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I was given his photo by him.   /   His photo was given to me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나에게 그의 사진을 주었다.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그에게 그의 사진을 받았다.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사진은 그에 의해 나에게 주어졌다.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One million won will be paid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One million won will be paid by him.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백만 원을 낼 것이다.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백만 원이 그에 의해 지불될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wasn't caught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wasn't caught by the police.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경찰은 도둑을 잡지 못했다.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도둑은 경찰에게 잡히지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accidents are caused by careless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accidents are caused by careless driving.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부주의한 운전은 많은 사고를 일으킨다.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사고가 부주의한 운전에 의해 일어난다.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singer is loved by all Koreans.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singer is loved by all Koreans.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모든 한국인이 그 가수를 사랑한다.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가수는 모든 한국인에게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should be taught good behavior by their parents.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Good behavior should be taught to them by their parents.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They should be taught good behavior by their parents.   /   Good behavior should be taught to them by their parents.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부모는 아이들에게 좋은 행동을 가르쳐야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아이들은 부모에게 좋은 행동을 배워야 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좋은 행동은 부모에 의해 아이들에게 가르쳐져야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friend broke the door.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friend broke the door.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문은 내 친구에 의해 부서졌다.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친구가 문을 부쉈다.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bathroom was cleaned by Jane.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bathroom was cleaned by Jane.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Jane이 욕실을 청소했다.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욕실은 Jane에 의해 청소되었다.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 wasn’t sent by Minsu.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 wasn’t sent by Minsu.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민수는 편지를 보내지 않았다.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편지는 민수에 의해 보내지지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ball was hit by the girl.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ball was hit by the girl.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소녀가 공을 쳤다.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공은 소녀에 의해 쳐졌다.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caught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caught by the cat.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고양이가 쥐를 잡았다.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쥐는 고양이에게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 snowball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snowball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그의 창문은 눈덩이에 의해 깨졌다.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그의 창문을 깼니? → 눈덩이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Everyone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Everyone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티셔츠는 모두에게 사랑받는다.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티셔츠를 좋아하니? → 모두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천은 티셔츠 공장으로 옮겨진다.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그 천을 티셔츠 공장으로 옮기니?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새들이 식용이나 스포츠로 사냥된다.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식용이나 스포츠로 많은 새를 사냥하니?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 나는 프라이드치킨을 주문했는데 30분도 안 되어 배달되었다.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프라이드치킨을 배달했니?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보트 레이스는 보통 매년 열린다.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매년 보트 레이스를 여니?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At the school cafeteria, Juliet is picked on by Hugh, the meanest boy at her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At the school cafeteria, Juliet is picked on by </a:t>
            </a:r>
            <a:r>
              <a:rPr sz="1800" b="1" i="0" u="sng">
                <a:solidFill>
                  <a:srgbClr val="C03A2E"/>
                </a:solidFill>
                <a:latin typeface="맑은 고딕"/>
              </a:rPr>
              <a:t>Hugh, the meanest boy at her school</a:t>
            </a:r>
            <a:r>
              <a:rPr sz="18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Hugh, the meanest boy at her school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학교 식당에서 Juliet은 학교에서 가장 못된 소년 Hugh에게 괴롭힘을 당한다.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학교 식당에서 누가 Juliet을 괴롭히니? → 학교에서 가장 못된 소년 Hugh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An old witch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old witch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Rapunzel은 긴 머리의 소녀로 늙은 마녀에 의해 탑에 갇혔다.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Rapunzel을 탑에 가뒀니? → 늙은 마녀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Many organizations and businesses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organizations and businesses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축제는 많은 단체와 기업의 후원을 받는다.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이 축제를 후원하니? → 많은 단체와 기업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4층 집은 2011년에 지어졌다.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2011년에 이 4층 집을 지었니?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독도는 500년대에 처음으로 한국의 일부로 기록되었다.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500년대에 독도를 한국의 일부로 처음 기록했니?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청력이 한번 손상되면 회복하지 못할 수도 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당신의 청력을 손상시키니?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7879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600" b="1" i="0" u="sng">
                <a:solidFill>
                  <a:srgbClr val="C03A2E"/>
                </a:solidFill>
                <a:latin typeface="맑은 고딕"/>
              </a:rPr>
              <a:t>The first Jamaican bobsleigh team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70230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839462"/>
            <a:ext cx="11277295" cy="183565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first Jamaican bobsleigh team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1988년 캘거리 동계 올림픽에서 세계는 자메이카 최초의 봅슬레이 팀에 놀랐다.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1988년 캘거리 동계 올림픽에서 세계를 놀라게 했니? → 자메이카 최초의 봅슬레이 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황사는 중국의 사막에서 만들어져 한국으로 불어온다.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중국의 사막에서 이 황사를 만드니?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Many publishers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publishers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그녀의 첫 해리 포터 책은 많은 출판사에게 거절당했다.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그녀의 첫 해리 포터 책을 거절했니? → 많은 출판사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The top artists in Paris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top artists in Paris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당시 모네의 작품은 파리의 최고 화가들에게 좋아하는 대상이 아니었다.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모네의 작품을 좋아하지 않았니? → 파리의 최고 화가들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그날 많은 거북이가 잡혀서 배로 옮겨졌다.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누가 거북이를 잡아 배로 옮겼니? → 알 수 없음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 storm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storm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폭풍을 만났다. 그래서 배가 부서졌고 무인도에 닿았다.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그들의 배를 부쉈니? → 폭풍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An accident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accident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Washington은 다리 건설을 지휘하던 중 사고로 마비되었다.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Washington을 마비시켰니? → 사고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War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오래된 도서관은 전쟁으로 파괴되었다.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Q. 무엇이 그 오래된 도서관을 파괴했니? → 전쟁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___________________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매일 청소된다.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___________________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종이는 나무로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damaged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damaged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지난주 호텔에 화재가 있었다. 방 두 개가 피해를 입었다.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_____________ last week but the next day it _______________ by the police.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 but the next day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stolen, was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차는 지난주에 도난당했지만 다음 날 경찰에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___________________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어제 사고를 봤다. 두 사람이 병원으로 옮겨졌다.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___________________ by dangerous driving.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caused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dangerous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caused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많은 사고가 위험한 운전 때문에 일어난다.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___________________ anywhere.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anywhere.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경찰은 실종된 소년을 찾고 있다. 그는 어디에서도 발견될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___________________ to me by a friend of mine.’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friend of mine.’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given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"이 그림 어디서 났어?" "내 친구가 나에게 줬어."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___________________ but they didn’t go’.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but they didn’t go’.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"Jim과 Sue는 결혼식에 갔니?" "아니. 그들은 초대받았지만 가지 않았어."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___________________ in 1965.‘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1965.‘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"이 영화는 얼마나 오래됐니?" "1965년에 만들어졌어."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_________________ to the vet. (take)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vet. (take)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taken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네 고양이가 건강해 보이지 않아. B: 맞아, 그래. 수의사에게 데려가야 해.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________________________. (not, invite).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(not, invite).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invited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그녀는 왜 네 파티에 안 왔니? B: 초대받지 않았기 때문이야.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________________________.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included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included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어제 누가 프린터를 고쳤니? B: 응, 고쳐졌어.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계산서에 서비스 요금이 포함되어 있나요? B: 네, 서비스 요금은 포함되어 있습니다.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_____________________________. (put off)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put off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(put off)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put off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B: 나는 그 회의가 연기될 거라고 확신해.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________________________________________ (leave) in the driveway.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cannot be left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(leave) in the driveway.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cannot be left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A: 자전거를 진입로에 둬도 되나요? B: 아니요. 자전거는 진입로에 놓아둘 수 없습니다.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027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many bottles of coke are drunk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94233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079492"/>
            <a:ext cx="11277295" cy="159562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many bottles of coke are drunk by him?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Mark가 운전했다. → 그 차는 누가 운전했니?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콜라 두 병이 매일 그에 의해 마셔진다. → 콜라 몇 병이 그에 의해 마셔지니?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flowers picked by Judy?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flowers picked by Judy?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아니, 꽃은 Judy가 꺾지 않았어. → 꽃은 Judy가 꺾었니?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picture painted?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picture painted?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프랑스에서 그림을 그렸다. → 그 그림은 어디에서 그려졌니?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these books sold in Korea?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these books sold in Korea?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아니, 그렇지 않아. 이 책들은 한국에서 팔리지 않아. → 이 책들은 한국에서 팔리니?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What time will breakfast be served?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What time will breakfast be served?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8시에 아침을 제공할 것이다. → 아침은 몇 시에 제공되니?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letter written by John?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letter written by John?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응, 그랬어. 그 편지는 John이 썼어. → 그 편지는 John이 썼니?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 plates kept?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 plates kept?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접시들은 찬장에 보관된다. → 접시들은 어디에 보관되니?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was the message sent?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was the message sent?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이메일로 메시지를 보냈다. → 메시지는 어떻게 보내졌니?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often will the car be cleaned?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often will the car be cleaned?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매주 그 차를 세차할 것이다. → 그 차는 얼마나 자주 세차될까?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these toys made?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these toys made?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그들은 런던에서 이 장난감들을 만든다. → 이 장난감들은 어디에서 만들어지니?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plane flown?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plane flown?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비행기는 비행장 위로 날아갔다. → 그 비행기는 어디에서 비행했니?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소식에 놀랐다.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__________ French grapes.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from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 grapes.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from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와인은 프랑스 포도로 만들어진다.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__________ making a robot.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making a robot.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로봇 만드는 데 관심이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__________ fresh cream.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fresh cream.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케이크는 신선한 크림으로 덮여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__________ this rainy weather.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this rainy weather.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이 비 오는 날씨에 질렸다.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__________ books.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books.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상자는 책으로 가득 차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어머니는 그 소식에 놀라셨다.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__________ going on this trip.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about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going on this trip.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about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Emily는 이번 여행을 가는 것에 신이 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__________ people around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people around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싸이는 전 세계 사람들에게 알려져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__________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가방은 가죽으로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 소식에 놀랐다.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baked by → baked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baked by → baked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Dorothy 부인이 빵을 구웠다.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bought → were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bought → were bought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어젯밤에 아빠가 책을 몇 권 사셨다(사 오셨다).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 → Are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너희 식사는 주말마다 아빠가 요리하시니?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plays → is played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plays → is played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축구는 세계 대부분의 나라에서 경기된다.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letter send → was the letter sent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letter send → was the letter sent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편지는 왜 잘못된 주소로 보내졌니?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are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영어와 프랑스어는 캐나다에서 사용된다.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 → stole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 → stole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장 발장은 빵을 훔쳤다.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그림은 피카소에 의해 그려졌다.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집은 100년 전에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→ were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→ were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당신은 어디에서 태어났습니까?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speaking → spoken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speaking → spoken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스위스에서는 몇 개 언어가 사용되니?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 → was stolen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 → was stolen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누군가 우리 집에 침입했지만 아무것도 도난당하지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the bicycle → the bicycle invented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invented the bicycle → the bicycle invented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자전거는 언제 발명되었니?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J.K. Rowling → by J.K. Rowling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J.K. Rowling → by J.K. Rowling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해리 포터는 J.K. 롤링에 의해 쓰였다.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covered → was covered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covered → was covered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숲은 키 큰 소나무들로 덮여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life existed → Does life exist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life existed → Does life exist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다른 행성에도 생명체가 존재하니?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에펠탑은 1889년에 프랑스 기술자 귀스타브 에펠에 의해 지어졌다.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차는 한국에서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전구는 에디슨에 의해 발명되었다.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그녀가 청소했니?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held → held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held → held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독도에서 콘서트를 열었다.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cleaning → cleaned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cleaning → cleaned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방은 직원이 청소할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chasing → chased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chasing → chased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토끼는 호랑이에게 쫓기고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 → was caught or caught by → caught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 → was caught or caught by → caught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개가 큰 쥐에게 잡혔다.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eaten → eats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eaten → eats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내 반려견은 매일 사탕 두 개를 먹는다.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prepared → will be prepared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prepared → will be prepared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파티를 위해 많은 음식이 그들에 의해 준비될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bridge build → was the bridge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bridge build → was the bridge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다리는 언제 지어졌니?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taken → didn't take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taken → didn't take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준수는 우산을 가져가지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appeared → appeared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appeared → appeared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버스가 모퉁이를 돌아 나타났다.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changed → changed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changed → changed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책은 내 삶을 완전히 바꿔 놓았다.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didn't build → weren't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didn't build → weren't built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건물들은 그들에 의해 지어지지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study → to study[studying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study → to study[studying]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내가 영어를 공부하는 것을 보았다.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→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차는 어제 사고로 부서졌다.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watered → watered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watered → watered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우리 엄마는 어제 꽃에 물을 주셨다.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loves → is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가수는 모든 한국인에게 사랑받는다.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finding → found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finding → found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황금 가면은 White 씨에 의해 발견되었다.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→ written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→ written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누가 썼니?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easily solved → will be easily solved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easily solved → will be easily solved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문제는 그가 쉽게 풀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→ weren't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→ weren't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사진들은 그때 찍히지 않았다.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bring → brought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bring → brought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좋은 이름은 행운을 가져다줄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saved → will be saved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saved → will be saved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태양열 발전으로 많은 에너지가 절약될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 → broken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 → broken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네 컴퓨터 화면은 언제 깨졌니?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→ delivered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→ delivered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책은 내일까지 네게 배달될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of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of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이 가방은 가죽으로 만들어졌다.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had →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had → had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그는 새 차와 보트를 가지고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Jane은 자신의 아파트에 만족하지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그녀는 그의 훌륭한 연기에 만족했다.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→ is loved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나는 Mario가 모든 사람에게 사랑받는다고 생각하지 않는다.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Kitty → Kitty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Kitty → Kitty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고양이는 Jenny에 의해 Kitty라고 불렸다.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will 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will be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그 가게는 다음 주에 문을 열 것이다.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2679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→ Who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182362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319522"/>
            <a:ext cx="11277295" cy="1355598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→ Who was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1E2A4A"/>
                </a:solidFill>
                <a:latin typeface="맑은 고딕"/>
              </a:rPr>
              <a:t>미국은 누구에 의해 발견되었니?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letters were read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letters were read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machine was invented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machine was invented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Oranges are imported into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Oranges are imported into Korea.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play was written by William Shakespeare.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play was written by William Shakespeare.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342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__________ __________ a few days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bitten by a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few days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bitten by a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343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telephone invented?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telephone invented?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344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is spoken in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is spoken in Canada.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345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door was locked by John.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door was locked by John.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346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children were found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children were found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347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was kept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was kept by everybody.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348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at the scene.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actors 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scene.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actors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349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believed a paper was invented by Chinese.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believed a paper was invented by Chinese.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350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These cookies were baked by my mom.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These cookies were baked by my mom.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351 / 351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chairs were broken by Minsu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chairs were broken by Minsu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