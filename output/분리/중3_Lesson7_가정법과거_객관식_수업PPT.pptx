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 u="none">
                <a:solidFill>
                  <a:srgbClr val="FFFFFF"/>
                </a:solidFill>
                <a:latin typeface="맑은 고딕"/>
              </a:rPr>
              <a:t>Lesson 7  Grammar Build Up 객관식 · 가정법 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 u="none">
                <a:solidFill>
                  <a:srgbClr val="CFD8E8"/>
                </a:solidFill>
                <a:latin typeface="맑은 고딕"/>
              </a:rPr>
              <a:t>7 개정 중3 NE능률(김성곤)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 u="none">
                <a:solidFill>
                  <a:srgbClr val="AEBBD0"/>
                </a:solidFill>
                <a:latin typeface="맑은 고딕"/>
              </a:rPr>
              <a:t>총 84문항 · 클릭 → 정답 공개 → 클릭 → 정답 이유 공개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________ some money, I would lend it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had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some money, I would lend it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had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had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[If+주어 +동사의 과거형, 주어+조동사의 과거형+동사 원형]의 형태인 가정법 과거를 사용한다.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you, I ________ tell her the truth.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am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you,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would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tell her the truth.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would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빈칸에는 조동사의 과거형이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괄호에 주어진 단어의 형태로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you (be) not sick, we could visit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being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have been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괄호에 주어진 단어의 형태로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you (be) not sick, we could visit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being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have been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were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공통으로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________ a bird, I would fly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we ________ rich, we would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been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공통으로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________ a bird, I would fly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we ________ rich, we would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been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were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모두 가정법 과거 문장으로 be동사의 과거형인 were가 올바르다.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the weather _____________ better, I could have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gone on a picnic.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has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been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the weather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had been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better, I could have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gone on a picnic.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has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had been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had been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'날씨가 더 좋았더라면, 나는 소풍을 갈 수 있었을 텐데.' 가정법 과거완료는 「If+주어+had p.p., 주어+조동사 과거형+have p.p」의 형태로 나타낸다. 주절에 ‘could have gone’이 온 것으로 보아 가정법 과거완료이므로 if절에는 과거완료 ‘had p.p.’가 와야 한다. ‘과거 사실에 대한 반대’를 나타내며, ‘만약 ~했더라면’이라고 해석한다.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빈칸에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821405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I didn't know your email address, I couldn't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write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If I _________________ your email address, I could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have written to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716023"/>
            <a:ext cx="292608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knew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have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had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not known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716023"/>
            <a:ext cx="2926080" cy="274624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knew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have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had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not known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had known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과거완료 시제로 빈칸에는 had p.p. 형 태가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if로 시작하는 문장으로 다시 쓸 때, 빈 칸에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821405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have to go to class, so I can't go shopping with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If I _____________________ go to class, I could go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shopping with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716023"/>
            <a:ext cx="292608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don't have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had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didn't have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didn't had to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716023"/>
            <a:ext cx="2926080" cy="274624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don't have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had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didn't have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didn't had to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didn't have to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[If+주어+ 동사의 과거형, 주어+조동사의 과거형+동사원 형]의 형태인 가정법 과거를 사용한다.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would go out for dinner _____________________, but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is raining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it 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it won't rain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doesn't rain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it isn't raining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it were not raining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would go out for dinner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if it were not raining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but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is raining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it 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it won't rain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doesn't rain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it isn't raining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it were not raining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it were not raining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두 문장의 의미가 같도록 빈칸에 들어갈 말이 차례대로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As I don't have a lot of money, I cannot buy a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large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= If I __________ a lot of money, I __________ a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large house.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hadn't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hadn't - couldn't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had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had - can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had - could have bought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두 문장의 의미가 같도록 빈칸에 들어갈 말이 차례대로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As I don't have a lot of money, I cannot buy a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large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= If I __________ a lot of money, I __________ a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large house.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hadn't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hadn't - couldn't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C03A2E"/>
                </a:solidFill>
                <a:latin typeface="맑은 고딕"/>
              </a:rPr>
              <a:t>③ had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had - can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had - could have bought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had - could buy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This book is not mine, so I can't lend it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If the book (A)________ mine, I (B)________ it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was -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were - can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had - could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were - could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were - lent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This book is not mine, so I can't lend it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If the book (A)________ mine, I (B)________ it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was -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were - can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had - could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④ were - could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were - lent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were - could lend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(A)에는 be동사의 과거형이, (B)에는 조동사의 과거형과 동사원형이 온다.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ⓐ, ⓑ에 들어갈 말이 차례대로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she ⓐ__________ more exercise, she would be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 better health.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he ⓑ__________ here right now, he would help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ⓐ - ⓑ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were - did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does -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didn't -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did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doesn't - were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were - did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does -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didn't -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did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doesn't - were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did - were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「If+주어+동사의 과거형, 주어+ 조동사의 과거형+동사원형」 ※ if절의 be동사는 주어의 인칭과 관계없이 were를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ⓐ, ⓑ에 들어갈 말이 차례대로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she ⓐ__________ not tell a lie, we would like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he ⓑ__________ not sick, he could go to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school.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does -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did -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does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did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 - will be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does -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did -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does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did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 - will be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did - were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very late for school. He was afraid his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teacher would punish him. He thought, "If I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(A)________ a bird, I (B)________ to school."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am - can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 - can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 - flew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were - could flew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were - could fly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am - can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 - can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 - flew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were - could flew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were - could fly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were - could fly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(A)에는 be동사의 과거형 were가, (B)에는 조동사의 과거형과 동사원 형이 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문장을 바꾸어 쓸 때, 빈칸 ⓐ, ⓑ에 들어갈 알맞은 말이 차례대로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If I had been there, I could have seen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As I ⓐ___________ there, I ⓑ___________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am - can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was - could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wasn't - couldn't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had been - could have seen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hadn't been - couldn't have seen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문장을 바꾸어 쓸 때, 빈칸 ⓐ, ⓑ에 들어갈 알맞은 말이 차례대로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If I had been there, I could have seen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As I ⓐ___________ there, I ⓑ___________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am - can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was - could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③ wasn't - couldn't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had been - could have seen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hadn't been - couldn't have seen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wasn't - couldn't see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과거완료는 ‘과거 사실에 대한 반대’를 나타내므로 직설법으로 고치면 ‘과거 동사’를 - 21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A: Does Minsu work hard?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B: No, but if he (A)________ hard, he (B)________ well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in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works - would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works - wouldn't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worked - will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worked - would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worked - wouldn't do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A: Does Minsu work hard?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B: No, but if he (A)________ hard, he (B)________ well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in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works - would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works - wouldn't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worked - will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C03A2E"/>
                </a:solidFill>
                <a:latin typeface="맑은 고딕"/>
              </a:rPr>
              <a:t>④ worked - would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worked - wouldn't 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worked - would do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 if절의 동사에는 과거형이, 주 절의 동사 자리에는 '조동사의 과거형+동사원 형' 형태가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she (A)________ enough money, she would buy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coat.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(B)________ you, I would accept the offer.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had - did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has -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didn't have -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doesn't have - were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had - did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has -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didn't have -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had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doesn't have - were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had - were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 어+동사의 과거형, 주어+조동사의 과거형+동 사원형]의 형태인 가정법 과거를 사용한다. if절의 be동사는 주어의 인칭, 수에 관계없이 were를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he (A)________ your situation, he could help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(B)________ have any friends, I would be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lonely.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know - didn't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knows - didn't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knows - don't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knew - don't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knew - didn't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know - didn't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knows - didn't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knows - don't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knew - don't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knew - didn't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knew - didn't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 어+동사의 과거형, 주어+조동사의 과거형+동 사원형]의 형태인 가정법 과거를 사용한다.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7833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두 문장의 의미가 같도록 빈칸 (A), (B)에 들 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2016"/>
            <a:ext cx="8214055" cy="281025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I can't buy a car because I don't have enough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money.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→ If I (A)________ enough money, I (B)________ a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652016"/>
            <a:ext cx="2926080" cy="281025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had - bought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had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have -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have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could have - bought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652016"/>
            <a:ext cx="2926080" cy="2810255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had - bought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C03A2E"/>
                </a:solidFill>
                <a:latin typeface="맑은 고딕"/>
              </a:rPr>
              <a:t>② had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have -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have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could have - bought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had - could buy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(A)에는 동사의 과거형이 들어가야 하고, (B)에는 조동사의 과거형과 동사원형이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 ⓐ, ⓑ에 들어갈 알맞은 말이 차례대로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670529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How was the party?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Wonderful. If you ⓐ______________ with us, you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ⓑ______________ a good time.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ⓐ - ⓑ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9655" y="1716023"/>
            <a:ext cx="443484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came - would have had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would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come - would have had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7299655" y="1716023"/>
            <a:ext cx="4434840" cy="274624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came - would have had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would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had come - would have had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had come - would have had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대화의 흐름상 과거의 사실에 반대되는 가정을 나타내고 있다. 따라서 문장의 시제는 가정법 과거완료로, 주절에는 ‘조동사의 과거형 +have p.p.’가 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Choose the pair that is appropriate for the blanks ⓐ and ⓑ.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If I have proper tools, I ⓐ_________ your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If I had proper tools, I ⓑ_________ your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ⓐ - ⓑ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will fix - would be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would fix -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will fix -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will fix - would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would fix - would fix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Choose the pair that is appropriate for the blanks ⓐ and ⓑ.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If I have proper tools, I ⓐ_________ your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If I had proper tools, I ⓑ_________ your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ⓐ - ⓑ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will fix - would be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would fix -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will fix -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④ will fix - would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would fix - would fix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will fix - would fix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ⓐ는 조건문으로 현재나 미래에 대한 예상 가능한 사실을 표현할 때 사용된다. ⓑ는 가정법 과거로 현재 사실과 반대되는 상황을 가정할 때 사용된다. [If+주어+과거 동사, 주어+조동사 과거형+동 사원형]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would best fit in the blanks ⓐ and ⓑ?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670529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ⓐ___________ any money, I would have lent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some.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ⓑ__________ very lonely if I didn't have a friend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like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9655" y="1379982"/>
            <a:ext cx="443484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had - would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had - would have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- will have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had had - would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had - would have been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7299655" y="1379982"/>
            <a:ext cx="443484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had - would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had - would have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- will have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had had - would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had - would have been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had had - would be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ⓐ 주절에 ‘would have lent’가 왔으므로, 가정법 과거완료이다. 따라서 if절에는 과거완료 ‘had p.p.’ 형태인 had had가 알맞다. ⓑ ‘if’ 조건절의 시제가 과거이므로, ‘가정법 과거’이다. 그러므로 주절은 ‘과거 조동사+동 사원형(would be)’ 형태가 알맞다.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don't know anything about cars. If the car broke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down, _____________________________.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would fix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would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will not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would not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would know anything about cars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don't know anything about cars. If the car broke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down,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would not know what to do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would fix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would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will not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 would not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would know anything about cars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would not know what to do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3129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1E2A4A"/>
                </a:solidFill>
                <a:latin typeface="맑은 고딕"/>
              </a:rPr>
              <a:t>다음 빈칸 (A), (B), (C)에 들어갈 말로 &lt;보기&gt;에서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9972"/>
            <a:ext cx="8214055" cy="3162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If I had enough money, (A)_______________________.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If I found someone's wallet, (B)___________________.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If I woke up early, (C)_____________________________.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a. I couldn't get better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b. I would be very upset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c. I'd take it to the police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d. I wouldn't be late for school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e. I could buy a new laptop computer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(A) - (B) - (C)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99972"/>
            <a:ext cx="2926080" cy="316229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b - a -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b - c -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b - e -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④ e - b -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e - c - d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299972"/>
            <a:ext cx="2926080" cy="316229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b - a -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b - c -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b - e -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④ e - b -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C03A2E"/>
                </a:solidFill>
                <a:latin typeface="맑은 고딕"/>
              </a:rPr>
              <a:t>⑤ e - c - 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e - c - d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(A) 내가 돈이 충분히 있다면, 새 노트북을 살수 있을 텐데. (B) 내가 누군가의 지갑을 찾는다면, 경찰서에 가져다 줄 텐데. (C) 내가 일찍 일어난다면, 학교에 늦지 않을 텐데.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문장에서 알 수 있는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had a lot of money, I would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have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will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have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don't have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have enough money to buy a car.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문장에서 알 수 있는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had a lot of money, I would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have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will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have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 don't have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have enough money to buy a car.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don't have a lot of money.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"만약 내가 돈이 많다면, 나는 차를 살 텐데" 라는 뜻으로, 내가 현재 돈이 많지 않음을 나타내고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Sora가 한 말을 듣고 내린 결론으로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Sora says, "If I didn't have any friends, I would be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lonely."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am sorry that she doesn't have many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is miserable to be with her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has many friends to help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is not satisfied with her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has enough friends, so she's not lonely.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Sora가 한 말을 듣고 내린 결론으로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Sora says, "If I didn't have any friends, I would be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lonely."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am sorry that she doesn't have many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is miserable to be with her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has many friends to help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is not satisfied with her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She has enough friends, so she's not lonely.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She has enough friends, so she's not lonely.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소라가 말한 것은 "내가 어떤 친구도 없다면, 나는 외로울 텐데"라는 뜻으로, 현재의 상황에 반대되는 것을 가정한 것이다. 즉, 현재 그 녀는 친구가 많고, 외롭지 않다는 것을 의미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상황에서 Sue가 할 수 있는 말로 가장 적절 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Sue wants to phone Steven, but she can't because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she doesn't know his number. She says: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________________________________________________________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I'll call him if I will know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I would call him if I knew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If I know his number, I could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If I would know his number, I called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If I didn't know his number, I didn't call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상황에서 Sue가 할 수 있는 말로 가장 적절 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Sue wants to phone Steven, but she can't because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she doesn't know his number. She says: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 u="sng">
                <a:solidFill>
                  <a:srgbClr val="C03A2E"/>
                </a:solidFill>
                <a:latin typeface="맑은 고딕"/>
              </a:rPr>
              <a:t>I would call him if I knew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I'll call him if I will know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② I would call him if I knew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If I know his number, I could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If I would know his number, I called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If I didn't know his number, I didn't call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 would call him if I knew his number.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[If+주어+동사의 과거형, 주어+조 1 - 동사의 과거형+동사원형]을 이용하여 영작한 문장이 정답이다.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you, __________________________________.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might not do such a 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I'd put it in the living room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would wait a little longer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must start looking for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would not lend him any money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you,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must start looking for it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might not do such a 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I'd put it in the living room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would wait a little longer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 must start looking for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would not lend him any money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must start looking for it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I wish I could make friends with Tom.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If I were you, I'd 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apologize to him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join the dance club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practice every morning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start looking for another job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talk to him first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I wish I could make friends with Tom.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If I were you, I'd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talk to him first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apologize to him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join the dance club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practice every morning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start looking for another job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talk to him first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talk to him first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Air pollution is getting worse. If there weren't so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much traffic, ________________________________________.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air would be dirty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air pollution would be worse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air would be clean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air would have been clean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air pollution would have been worse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Air pollution is getting worse. If there weren't so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much traffic,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air would be clean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air would be dirty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air pollution would be worse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the air would be clean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air would have been clean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air pollution would have been worse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the air would be clean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사실의 반대를 가정하고 있으므로 가정법 과거의 형태가 되어야 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지금 그가 여기 있다면, 그가 나를 도와줄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is here right now, he will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was here right now, he will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here right now, he would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had been here right now, he would have helped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will be here right now, he will help me.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지금 그가 여기 있다면, 그가 나를 도와줄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is here right now, he will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was here right now, he will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he were here right now, he would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had been here right now, he would have helped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will be here right now, he will help 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he were here right now, he would help me.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 어+동사의 과거형, 주어+조동사의 과거형+동 사원형]의 형태인 가정법 과거를 사용한다. if절의 be동사는 were를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내가 그의 주소를 안다면, 그에게 편지를 쓸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knew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known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knew his address, I would have written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know his address, I would have written to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내가 그의 주소를 안다면, 그에게 편지를 쓸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I knew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known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knew his address, I would have written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know his address, I would have written to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I knew his address, I would write to him.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 [If+주어+동사의 과거형, 주어+ 조동사의 과거형+동사원형]의 형태로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내가 새라면, 너에게 날아갈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am a bird, I will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was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were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I was not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I am a bird, I will fly to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내가 새라면, 너에게 날아갈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am a bird, I will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was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I were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I was not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I am a bird, I will fly to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I were a bird, I would fly to you.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어순에 따라 [If+주어+동사의 과 거형, 주어+조동사의 과거형+동사원형]으로 영작된 선택지를 찾는다.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나에게 여동생이 있다면, 내 옷을 빌려줄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have a sister, I will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have a sister, I would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a sister, I would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a sister, I will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have had a sister, I will lend her my clothes.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나에게 여동생이 있다면, 내 옷을 빌려줄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have a sister, I will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have a sister, I would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I had a sister, I would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a sister, I will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have had a sister, I will lend her my clothes.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I had a sister, I would lend her my clothes.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어순에 따라 [If+주어+동사의 과 거형, 주어+조동사의 과거형+동사원형]으로 영작된 선택지를 찾는다.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그가 돈에 대해 생각했더라면, 그는 포기했을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thought about money, he would give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thought about money, he would have given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has thought about money, he would give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had thought about money, he would have given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hadn't thought about money, he would have given up.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그가 돈에 대해 생각했더라면, 그는 포기했을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thought about money, he would give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thought about money, he would have given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has thought about money, he would give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he had thought about money, he would have given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hadn't thought about money, he would have given up.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If he had thought about money, he would have given up.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과거 사실을 반대로 가정하고 있으므로 가정법 과거완료 「If+주어+had+과거분사 ~, 주어 +조동사 과거형+have+과거분사 …」 형태로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내가 그녀의 이메일 주소를 안다면, 그녀에게 편지를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쓸 수 있을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will know her e-mail address, I will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her e-mail address, I can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know her e-mail address, I would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knew her e-mail address, I can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knew her e-mail address, I could write a letter to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내가 그녀의 이메일 주소를 안다면, 그녀에게 편지를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쓸 수 있을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will know her e-mail address, I will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her e-mail address, I can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know her e-mail address, I would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knew her e-mail address, I can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knew her e-mail address, I could write a letter to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If I knew her e-mail address, I could write a letter to her.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[If+주어+동사의 과거형, 주어+조 동사의 과거형+동사원형]의 어순을 이용하여 영작한 문장이 정답이다.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만약 당신이 비행기에서 뛰어내린다면, 같은 경험을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하게 될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If you jump out of a plane, you will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If you jumped out of a plane, you would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If you jumped out of a plane, you will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If you jump out of a plane, you would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If you will jump out of a plane, you will have the same experience.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만약 당신이 비행기에서 뛰어내린다면, 같은 경험을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하게 될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If you jump out of a plane, you will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C03A2E"/>
                </a:solidFill>
                <a:latin typeface="맑은 고딕"/>
              </a:rPr>
              <a:t>② If you jumped out of a plane, you would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If you jumped out of a plane, you will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If you jump out of a plane, you would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If you will jump out of a plane, you will have the same experience.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② If you jumped out of a plane, you would have the same experience.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[If+주어+동사의 과거형, 주어+조 동사의 과거형+동사원형]을 이용하여 영작한다.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I don't know her phone number, I can't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knew her phone number, I can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her phone number, I can't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knew her phone number, I could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known her phone number, I can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known her phone number, I could call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I don't know her phone number, I can't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knew her phone number, I can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her phone number, I can't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I knew her phone number, I could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known her phone number, I can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known her phone number, I could call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I knew her phone number, I could call her.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내가 현재 그녀의 전화번호가 없어서 전화를못 하는 상황이기 때문에 가정법 과거를 이용 하여 문장을 바꿀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had more time, I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I had more time, I swam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Because I had more time, I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Because I have more time, I will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don't have enough time, so I can't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didn't have enough time, so I couldn't swim all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had more time, I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I had more time, I swam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Because I had more time, I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Because I have more time, I will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 don't have enough time, so I can't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didn't have enough time, so I couldn't swim all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don't have enough time, so I can't swim all day.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'만약 내가 더 많은 시간이 있다면, 나는 하루 종일 수영할 텐데'의 가정법 문장은, 현재 시 점에 나는 시간이 충분하지 않아서 하루 종일 수영을 할 수 없음을 나타낸다.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not sick, I could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I was sick, I couldn't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was sick, so I couldn't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Since I am sick, I can't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am sick because I can't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Even if I am sick, I can go to the party.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not sick, I could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I was sick, I couldn't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was sick, so I couldn't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Since I am sick, I can't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am sick because I can't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Even if I am sick, I can go to the party.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Since I am sick, I can't go to the party.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문장은 현재의 사실과 반대되는 가정이나, 실현 가능성이 거의 없는 소망을 말할 때 사용되므로, 주어진 가정법 문장과 반대되는 상황을 현재시제로 풀어놓은 문장을 답으로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문장과 같은 의미를 가진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didn't know about your problem, so I couldn't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know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have known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known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have known about your problem, I would have helped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known about your problem, I would have helped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문장과 같은 의미를 가진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didn't know about your problem, so I couldn't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know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have known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known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have known about your problem, I would have helped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had known about your problem, I would have helped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If I had known about your problem, I would have helped you.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과거 사실에 대한 반대를 가정하고 있으므로, 가정법 과거완료로 바꾸어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Kevin doesn't join the music club because 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doesn't sing 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Kevin sang well, he would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Kevin sings well, he would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Kevin has sung well, he wouldn't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Kevin doesn't sing well, he wouldn't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Kevin sang well, he wouldn't join the music club.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Kevin doesn't join the music club because 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doesn't sing 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Kevin sang well, he would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Kevin sings well, he would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Kevin has sung well, he wouldn't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Kevin doesn't sing well, he wouldn't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Kevin sang well, he wouldn't join the music club.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Kevin sang well, he would join the music club.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현재와 반대되는 상황(Kevin이 노래를 잘한다면, 음악 동아리에 가입할 텐데)을 나타내는 가정법 과거 [If+주어+동사의 과거형, 주어+ 조동사의 과거형+동사원형]의 어순을 취한 문 장을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knew her phone number, he could call her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he knows her phone number, he can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As he didn't know her phone number, he couldn't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he doesn't know her phone number, he can't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he knew her phone number, he could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he hadn't known her phone number, he couldn't have called her up.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knew her phone number, he could call her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he knows her phone number, he can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As he didn't know her phone number, he couldn't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As he doesn't know her phone number, he can't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he knew her phone number, he could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he hadn't known her phone number, he couldn't have called her up.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③ As he doesn't know her phone number, he can't call her up.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문장으로, 현재 시점에서 반대되는 상황을 직설법 문장으로 바꾼 보기가 정답이 된다. - 22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we knew how to swim, we could have more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we know how to swim, we can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As we didn't know how to swim, we couldn't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we don't know how to swim, we can't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we knew how to swim, we could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we hadn't known how to swim, we couldn't have had more fun.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we knew how to swim, we could have more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we know how to swim, we can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As we didn't know how to swim, we couldn't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As we don't know how to swim, we can't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we knew how to swim, we could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we hadn't known how to swim, we couldn't have had more fun.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As we don't know how to swim, we can't have more fun.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「If+주어+과거 동사, 주어+조동 사의 과거형+동사원형」 ~라면 …할 텐데 (현재 사실과 반대되는 상황을 가정)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didn't arrive in time, so we couldn't catch the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we had arrived in time, we could have caught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we have not arrived in time, we could catch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we didn't want to arrive in time, we could catch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we didn't want to catch the bus, we need to hurry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we had not arrived in time, we could have caught the bus.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didn't arrive in time, so we couldn't catch the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we had arrived in time, we could have caught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we have not arrived in time, we could catch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we didn't want to arrive in time, we could catch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we didn't want to catch the bus, we need to hurry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we had not arrived in time, we could have caught the bus.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we had arrived in time, we could have caught the bus.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과거의 사실과 반대되는 가정이나, 과거에 실현 가능성이 희박했던 소망을 말할 때 사용되는 가정법 과거완료 시제 「If+주어+had+과거 분사 ~, 주어+조동사 과거형+have+과거분사 …」 형태로 나타낼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As my little sister doesn't often lie down on the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ground, her clothes are usually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If my little sister often lay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If my little sister often lay down on the ground, her clothes were usually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If my little sister often laid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If my little sister often lied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If my little sister often lied down on the ground, her clothes would usually be kept clean.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As my little sister doesn't often lie down on the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ground, her clothes are usually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C03A2E"/>
                </a:solidFill>
                <a:latin typeface="맑은 고딕"/>
              </a:rPr>
              <a:t>① If my little sister often lay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If my little sister often lay down on the ground, her clothes were usually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If my little sister often laid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If my little sister often lied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If my little sister often lied down on the ground, her clothes would usually be kept clean.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If my little sister often lay down on the ground, her clothes wouldn't usually be kept clean.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현재와 반대되는 상황(내 여동생이 자주 땅에 눕는다면, 옷이 보통 깨끗하지 않을 텐데)을 나타내는 가정법 과거 [If+주어+동사의 과거형, 주어+조동사의 과거형+동사원형]의 어순을 취한 문장을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he is poor, he can't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is not poor, he can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is poor, he can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poor, he could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were not poor, he could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were not poor, he couldn't buy an expensive car.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he is poor, he can't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is not poor, he can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is poor, he can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poor, he could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he were not poor, he could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were not poor, he couldn't buy an expensive car.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If he were not poor, he could buy an expensive car.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과거는 [If+주어+동사의 과거형, 주어+조동사의 과거형+동사원형]의 어순을 취하고,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현재의 일에 반대되는 상황을 가정할 때 쓰인다.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가정법 문장을 직설법으로 바르게 바꿔 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had a key, he could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has a key, so he couldn't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doesn't have a key, so he can't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he didn't have a key, he couldn't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he doesn't have a key, he doesn't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didn't have a key, so he can't open the door.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가정법 문장을 직설법으로 바르게 바꿔 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had a key, he could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has a key, so he couldn't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He doesn't have a key, so he can't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he didn't have a key, he couldn't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he doesn't have a key, he doesn't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didn't have a key, so he can't open the door.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He doesn't have a key, so he can't open the door.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 표현했으므로 현재 사실에 대해 나타내는 것을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can't buy a building because he isn't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Tom were rich, he could buy a building.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Tom was rich, he could not buy a building.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Tom could buy a building, he was not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Tom could not buy a building, he was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Tom were not rich, he could buy a building.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can't buy a building because he isn't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Tom were rich, he could buy a building.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Tom was rich, he could not buy a building.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Tom could buy a building, he was not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Tom could not buy a building, he was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Tom were not rich, he could buy a building.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Tom were rich, he could buy a building.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현재와 반대되는 상황(Tom이 부자라면 빌딩을 살 수 있을 것이다)을 나타내는 가정법 과거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[If+주어+동사의 과거형, 주어+조동사의 과거형+동사원형]의 어순을 취한 문장을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가정법 문장을 직설법으로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were not busy, he could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wasn't busy, but he couldn't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is busy, so he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Though he isn't busy, he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was busy, so he couldn't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he was busy, he couldn't go to the movies.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가정법 문장을 직설법으로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were not busy, he could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wasn't busy, but he couldn't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He is busy, so he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Though he isn't busy, he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was busy, so he couldn't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he was busy, he couldn't go to the movies.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He is busy, so he can't go to the movies.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과거는 현재 사실의 반대를 나타낸다. 'If he were not busy, he could go' → 현재 바쁘기 때문에 갈 수 없다는 뜻이므로 He is busy, so he can't go to the movies.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As I don't go to Africa for volunteer work, I can't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If I go to Africa for volunteer work, I will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If I don't go to Africa for volunteer work, I won't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If I went to Africa, I could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If I didn't go Africa, I could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If I went to Africa, I couldn't help poor children there.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As I don't go to Africa for volunteer work, I can't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If I go to Africa for volunteer work, I will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If I don't go to Africa for volunteer work, I won't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C03A2E"/>
                </a:solidFill>
                <a:latin typeface="맑은 고딕"/>
              </a:rPr>
              <a:t>③ If I went to Africa, I could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If I didn't go Africa, I could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If I went to Africa, I couldn't help poor children there.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I went to Africa, I could help poor children there.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과거는 [If+주어+동사의 과거형, 주어+조동사의 과거형+동사원형]의 어순을 취하고,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현재의 일에 반대되는 상황을 가정할 때 쓰인다.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1E2A4A"/>
                </a:solidFill>
                <a:latin typeface="맑은 고딕"/>
              </a:rPr>
              <a:t>다음 중 문장 전환이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It's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it weren't raining, I would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Since he's not good at playing tennis, he can't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he were good at playing tennis, he could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As he is sick, he can't go to see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he were not sick, he could go to see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④ As it rains hard, we don't play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it doesn't rain hard, we would play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As we don't have enough money, we don't buy the camera.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we had enough money, we would buy the camera.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1E2A4A"/>
                </a:solidFill>
                <a:latin typeface="맑은 고딕"/>
              </a:rPr>
              <a:t>다음 중 문장 전환이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It's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it weren't raining, I would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Since he's not good at playing tennis, he can't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he were good at playing tennis, he could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As he is sick, he can't go to see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he were not sick, he could go to see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C03A2E"/>
                </a:solidFill>
                <a:latin typeface="맑은 고딕"/>
              </a:rPr>
              <a:t>④ As it rains hard, we don't play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C03A2E"/>
                </a:solidFill>
                <a:latin typeface="맑은 고딕"/>
              </a:rPr>
              <a:t>      → If it doesn't rain hard, we would play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As we don't have enough money, we don't buy the camera.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we had enough money, we would buy the camera.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④ As it rains hard, we don't play outside.
→ If it doesn't rain hard, we would play outside.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if절의 동사는 과거형으로 써야 한다. doesn't는 didn't로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문장 전환이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A: He can't buy it because he has no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He could buy it if he had some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A: You didn't call me, so I couldn't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you had called me, I could have helped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A: As he doesn't have time, he will not go to Spain.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he had time, he would go to Spain.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A: Because we didn't go by car, we didn't save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we had gone by car, we would have saved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A: The exam was so difficult that she got a low score.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the exam had been difficult, she would have gotten a low score.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문장 전환이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A: He can't buy it because he has no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He could buy it if he had some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A: You didn't call me, so I couldn't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you had called me, I could have helped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A: As he doesn't have time, he will not go to Spain.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he had time, he would go to Spain.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A: Because we didn't go by car, we didn't save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we had gone by car, we would have saved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⑤ A: The exam was so difficult that she got a low score.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B: If the exam had been difficult, she would have gotten a low score.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⑤ A: The exam was so difficult that she got a low score.
B: If the exam had been difficult, she would have gotten a low score.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가정법 과거완료(If+주어+had+과거분사 ~, 주어+조동사 과거형+have+과거분사 …)는 과거 사실을 반대로 가정한 것이므로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B의 답변을 'If the exam had not been difficult, she would not have gotten a low score.'로 바꿔야 옳다.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①, ③은 가정법 과거로, 현재의 사실과 반대되거나 현재에 일어나지 않은 일을 가정할 때 쓰인다.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He is not strong, so he can't carry this box.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he is strong, he can carry this box.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As I have no money, I can't buy the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money, I could buy the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It is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weren't raining, I'd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My sister is crying because mom's not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mom were here, my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We can't travel more because we don't have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We could travel more if we had a car.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① He is not strong, so he can't carry this box.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If he is strong, he can carry this box.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As I have no money, I can't buy the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money, I could buy the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It is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weren't raining, I'd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My sister is crying because mom's not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mom were here, my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We can't travel more because we don't have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We could travel more if we had a car.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① He is not strong, so he can't carry this box.
→ If he is strong, he can carry this box.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①번 문장의 의미가 같으려면 If he were strong, he could carry this box.로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두 문장의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It rains, so I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rains, I would not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 don't have wings, so I can't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wings, I couldn't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If she were kind, many people would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She is kind, but many people don't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I don't know him, so I can't introduce him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knew him, I could introduce him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don't have wings, so I can't fly to school.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wings, I could fly to school.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두 문장의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It rains, so I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rains, I would not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 don't have wings, so I can't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wings, I couldn't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If she were kind, many people would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She is kind, but many people don't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④ I don't know him, so I can't introduce him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If I knew him, I could introduce him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don't have wings, so I can't fly to school.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wings, I could fly to school.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④ I don't know him, so I can't introduce him to you.
→ If I knew him, I could introduce him to you.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→ If it didn't rain, I wouldn't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→ If I had wings, I could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→ She isn't kind, so many people don't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→ If I had wings, I could fly to school.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직설법을 가정법으로 바꾼 문장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As I didn't have a pen, I couldn't write you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a pen, I could have wrote you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She can't go because she is busy.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She could have gone if she weren't busy.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He couldn't buy the ring because it was too expensive.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the ring wasn't too expensive he could have bought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She couldn't see the movie because she was 13 years 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she weren't 13 years old, she could have seen the movie.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As there are so many cars, there is so much air pollution.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There wouldn't be so much air pollution if there weren't so many cars.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직설법을 가정법으로 바꾼 문장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As I didn't have a pen, I couldn't write you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a pen, I could have wrote you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She can't go because she is busy.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She could have gone if she weren't busy.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He couldn't buy the ring because it was too expensive.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the ring wasn't too expensive he could have bought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She couldn't see the movie because she was 13 years 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she weren't 13 years old, she could have seen the movie.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⑤ As there are so many cars, there is so much air pollution.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There wouldn't be so much air pollution if there weren't so many cars.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⑤ As there are so many cars, there is so much air pollution.
→ There wouldn't be so much air pollution if there weren't so many cars.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① 가정법 과거완료 시제로 주절이 could have p.p. 형태가 되어야 하므로 wrote는 written으로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② 가정법 과거시제로 주절이 'could+동사원형' 형태가 되어야 하므로 have gone은 go로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③ 가정법 과거완료 시제로 if절이 had p.p. 형태가 되어야 하므로 wasn't는 had not been으로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④ 가정법 과거완료 시제로 if절이 had p.p. 형태가 되어야 하므로 weren't는 had not been으로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56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짝지어진 두 문장의 의미가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If I were not tired, I could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I'm tired, so I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He doesn't help me, so I can't do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If he helped me, I could do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If I knew his number, I could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As I don't know his number, I can't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If there weren't so much traffic, the air would be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Because there is so much traffic, the air isn't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If I were born in America, I could speak English fluently.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was born in America, but I can't speak English fluently.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짝지어진 두 문장의 의미가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If I were not tired, I could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I'm tired, so I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He doesn't help me, so I can't do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If he helped me, I could do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If I knew his number, I could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As I don't know his number, I can't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If there weren't so much traffic, the air would be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Because there is so much traffic, the air isn't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⑤ If I were born in America, I could speak English fluently.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= I was born in America, but I can't speak English fluently.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⑤ If I were born in America, I could speak English fluently.
= I was born in America, but I can't speak English fluently.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과거는 현재 사실의 반대이므로 ⑤는 'I wasn't born in America, so I can't speak English fluently.'와 같은 의미이다.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정답지에는 정답 번호만 제시되어 있음)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57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두 문장의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I am lonely, for she isn't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I were here, she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It's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it weren't raining, I'd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My little sister is crying because my mom's not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my mom were not here, my little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As you don't come, I don't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you come, I would not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Since he's not very good at playing basketball, he can't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he were very good at playing basketball, he couldn't become a professional player.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두 문장의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I am lonely, for she isn't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I were here, she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C03A2E"/>
                </a:solidFill>
                <a:latin typeface="맑은 고딕"/>
              </a:rPr>
              <a:t>② It's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C03A2E"/>
                </a:solidFill>
                <a:latin typeface="맑은 고딕"/>
              </a:rPr>
              <a:t>      → If it weren't raining, I'd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My little sister is crying because my mom's not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my mom were not here, my little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As you don't come, I don't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you come, I would not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Since he's not very good at playing basketball, he can't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he were very good at playing basketball, he couldn't become a professional player.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② It's raining, so I won't go for a walk.
→ If it weren't raining, I'd go for a walk.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300" b="0" i="0" u="none">
                <a:solidFill>
                  <a:srgbClr val="152A4A"/>
                </a:solidFill>
                <a:latin typeface="맑은 고딕"/>
              </a:rPr>
              <a:t>① → If she were here, I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152A4A"/>
                </a:solidFill>
                <a:latin typeface="맑은 고딕"/>
              </a:rPr>
              <a:t>③ → If my mom were here, my little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152A4A"/>
                </a:solidFill>
                <a:latin typeface="맑은 고딕"/>
              </a:rPr>
              <a:t>④ → If you came, I would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152A4A"/>
                </a:solidFill>
                <a:latin typeface="맑은 고딕"/>
              </a:rPr>
              <a:t>⑤ → If he were very good at playing basketball, he could become a professional player.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58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문장을 가정법으로 알맞게 전환하지 못한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You don't come to my party, so I am not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you came to my party, I would be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It isn't hot, so I can take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were hot, I could not take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He wasn't honest, so they didn't trust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he had been honest, they would trust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You didn't clean your room, so it was dirty.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you had cleaned your room, it wouldn't have been dirty.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didn't have a car, so I couldn't pick you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a car, I could have picked you up.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문장을 가정법으로 알맞게 전환하지 못한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You don't come to my party, so I am not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you came to my party, I would be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It isn't hot, so I can take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were hot, I could not take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③ He wasn't honest, so they didn't trust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If he had been honest, they would trust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You didn't clean your room, so it was dirty.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you had cleaned your room, it wouldn't have been dirty.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didn't have a car, so I couldn't pick you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a car, I could have picked you up.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③ He wasn't honest, so they didn't trust him.
→ If he had been honest, they would trust him.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과거의 일에 대한 반대 상황을 가정하고 있으므로, 가정법 과거완료로 표현한다.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이때 if절은 'had p.p.', 주절에는 '조동사의 과거형+have p.p.'가 와야 하므로 would trust를 would have trusted로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①, ② 가정법 과거 / ③, ④, ⑤ 가정법 과거완료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59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If Jinsu had enough money, he could buy a new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Jinsu doesn't have enough money, he can't buy a new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If I knew his address, I could send him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I didn't know his address, I couldn't send him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As I don't read the book faster, I can't finish it in a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read the book faster, I could finish it in a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As it doesn't rain, I can't see a rainbow.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rained, I could see a rainbow.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If I were a bird, I could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I am not a bird, I can't fly to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If Jinsu had enough money, he could buy a new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Jinsu doesn't have enough money, he can't buy a new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② If I knew his address, I could send him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As I didn't know his address, I couldn't send him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As I don't read the book faster, I can't finish it in a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read the book faster, I could finish it in a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As it doesn't rain, I can't see a rainbow.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rained, I could see a rainbow.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If I were a bird, I could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I am not a bird, I can't fly to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② If I knew his address, I could send him a letter.
→ As I didn't know his address, I couldn't send him a letter.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과거이므로 현재 사실의 반대를 나타낸다. 따라서 didn't → don't, couldn't → can't로 해야 서로 비슷한 의미가 성립된다.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60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글의 밑줄 친 if의 쓰임을 보여주는 문장이 아닌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We use special structures with "if" when we are talking about unreal situations — things that are certainly not happening or did not happen, and situations that are untrue or imaginary.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If I knew her name, I would tell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If he'd run a bit faster, he could have won.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If my nose were shorter, I would be quite pretty.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I could have died that day if Jack had not helped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If you get here before eight, you can catch the early train.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글의 밑줄 친 if의 쓰임을 보여주는 문장이 아닌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We use special structures with "if" when we are talking about unreal situations — things that are certainly not happening or did not happen, and situations that are untrue or imaginary.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If I knew her name, I would tell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If he'd run a bit faster, he could have won.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If my nose were shorter, I would be quite pretty.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I could have died that day if Jack had not helped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⑤ If you get here before eight, you can catch the early train.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If you get here before eight, you can catch the early train.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⑤의 if는 일어날 가능성이 있는 가정법 현재시제의 if이다.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61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ⓐ~ⓔ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ⓐwas a famous movie star ⓑlike Audrey Hepburn, I ⓒmight not be ⓓinterested in ⓔhelping others.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ⓔ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ⓐ~ⓔ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ⓐwas a famous movie star ⓑlike Audrey Hepburn, I ⓒmight not be ⓓinterested in ⓔhelping others.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ⓐ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과거의 문장이므로 were가 들어가야 올바르다.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62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don't have any friends, I would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find your key, I will tell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were here, I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knew your situation, he could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it were not raining, I could go out to play soccer.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I don't have any friends, I would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find your key, I will tell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were here, I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knew your situation, he could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it were not raining, I could go out to play soccer.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I don't have any friends, I would be lonely.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주절이 would be lonely인 가정법 과거 문장이므로 if절의 동사도 과거형 didn't have로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정답지에는 정답 번호만 제시되어 있음)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63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you, I would see a doctor.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the weather were better, we would go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president, he would help the poor.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we had more time, we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a dog runs after me, I would run away.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you, I would see a doctor.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the weather were better, we would go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president, he would help the poor.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we had more time, we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a dog runs after me, I would run away.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a dog runs after me, I would run away.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과거로, if절의 동사는 과거형으로 써야 한다. runs는 과거형 ran으로 고친다.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64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were not busy, he would come to my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could go anywhere if I had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you were in my shoes, what would you do?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were a teacher, I would not give students homework.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had enough money, he bought the latest phone.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were not busy, he would come to my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could go anywhere if I had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you were in my shoes, what would you do?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were a teacher, I would not give students homework.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he had enough money, he bought the latest phone.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he had enough money, he bought the latest phone.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과거로, 주절의 문장은 [조동사의 과거형+동사원형]이 사용되어야 한다. he would buy the latest phone으로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65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had had time, he could solve all the questions.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were here with me, I would have been very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not been so hungry, I would have not eaten too much.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known your address, I could have sent you a card.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you had helped me with English, I would have able to finish my report.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had had time, he could solve all the questions.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were here with me, I would have been very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not been so hungry, I would have not eaten too much.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I had known your address, I could have sent you a card.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you had helped me with English, I would have able to finish my report.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④ If I had known your address, I could have sent you a card.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200" b="0" i="0" u="none">
                <a:solidFill>
                  <a:srgbClr val="152A4A"/>
                </a:solidFill>
                <a:latin typeface="맑은 고딕"/>
              </a:rPr>
              <a:t>① could solve all the questions → could have solved all the questions (가정법 과거완료)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② would have been very happy → would be very happy (가정법 과거)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③ would have not eaten → would not have eaten (가정법 과거완료)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⑤ would have able to finish → would have been able to finish (가정법 과거완료)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66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had had wings, I could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she worked hard, she would not fail.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is not Monday, I would go swimming.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she ran to the station, she will catch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wings, I would have flown to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had had wings, I could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If she worked hard, she would not fail.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is not Monday, I would go swimming.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she ran to the station, she will catch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wings, I would have flown to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If she worked hard, she would not fail.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had had → had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is →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will →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would have flown → would fly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67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loved your sister, I will marry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won the lottery, he can buy a house.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had met him today, she would tell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Steven would get a perfect grade if he studied harder.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What you would say if you are my brother?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loved your sister, I will marry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won the lottery, he can buy a house.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had met him today, she would tell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Steven would get a perfect grade if he studied harder.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What you would say if you are my brother?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Steven would get a perfect grade if he studied harder.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will은 조동사의 과거형인 would로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can은 조동사의 과거형인 could로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가정법 과거이므로 과거형 동사 met으로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What would you say if you were my brother?가 올바른 표현이다.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68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you, I would tell her honestly.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enough money, I would buy a new iPhone.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would be disappointed if I didn't go to her birthday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would go to Mars if I could travel in space.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a car, I picked you up.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you, I would tell her honestly.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enough money, I would buy a new iPhone.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would be disappointed if I didn't go to her birthday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would go to Mars if I could travel in space.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had a car, I picked you up.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I had a car, I picked you up.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주절은 I would pick you up으로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69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it will rain tomorrow, I will stay at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Jenny were healthy, she could travel with 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is honest, I could forgive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could drive, I would have gone to the beach now.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you were not sick, you could have seen the movie.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it will rain tomorrow, I will stay at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If Jenny were healthy, she could travel with 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is honest, I could forgive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could drive, I would have gone to the beach now.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you were not sick, you could have seen the movie.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If Jenny were healthy, she could travel with us.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will rain → 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is →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would have gone → would go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could have seen → could see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70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could speak English very well, I would help the foreigner.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were not that short, I would ride the roller coaster.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were a teacher, I would not give students homework.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My friend would be very upset if I hitted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allowed to take only one thing to the desert, I would take my cell phone.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could speak English very well, I would help the foreigner.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were not that short, I would ride the roller coaster.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were a teacher, I would not give students homework.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My friend would be very upset if I hitted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allowed to take only one thing to the desert, I would take my cell phone.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My friend would be very upset if I hitted him.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hit의 과거형은 hit이다.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71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has been honest, he would not have been in jail.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been pretty, I would be a star.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we arrived in time, we could have caught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warm clothes, I wouldn't have gotten a cold.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heard the weather report, I would have brought my umbrella.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has been honest, he would not have been in jail.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been pretty, I would be a star.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we arrived in time, we could have caught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warm clothes, I wouldn't have gotten a cold.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had heard the weather report, I would have brought my umbrella.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If I had heard the weather report, I would have brought my umbrella.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가정법 과거완료 시제로 if절의 동사는 had p.p.를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가정법 과거완료 시제로 주절은 I would have been a star로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가정법 과거완료 시제로 if절의 동사는 had p.p.를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가정법 과거완료 시제로 if절의 동사는 had p.p.를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72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rich, I can buy that digital camera.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were you, he can buy her some flowers.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were raining, I will stay home and watch TV.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we have less homework, we would be healthier and happier.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knew how to dance, I would go to the dance party.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rich, I can buy that digital camera.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were you, he can buy her some flowers.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were raining, I will stay home and watch TV.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we have less homework, we would be healthier and happier.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knew how to dance, I would go to the dance party.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I knew how to dance, I would go to the dance party.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can →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can →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will →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have → had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73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He doesn't know you are in the hospital. If he had known, he would have gone to see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In fact, he witnessed the car accident. But he acts as if he hadn't witnessed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I'm sorry I don't have a twin brother. I wish I had had a twin brother.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I regretted I hadn't gone to see a doctor when I first got sick. I wish I went to see a doctor when I first got sick.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I tried to know his number in every way, but I failed. If I know his number, I will call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He doesn't know you are in the hospital. If he had known, he would have gone to see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C03A2E"/>
                </a:solidFill>
                <a:latin typeface="맑은 고딕"/>
              </a:rPr>
              <a:t>② In fact, he witnessed the car accident. But he acts as if he hadn't witnessed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I'm sorry I don't have a twin brother. I wish I had had a twin brother.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I regretted I hadn't gone to see a doctor when I first got sick. I wish I went to see a doctor when I first got sick.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I tried to know his number in every way, but I failed. If I know his number, I will call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② In fact, he witnessed the car accident. But he acts as if he hadn't witnessed it.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① 'He doesn't know you are in the hospital.'은 현재 시점의 일이므로 가정법 과거시제로 표현해야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③ 'I'm sorry I don't have a twin brother.'는 현재 시점의 소망이므로 I wish 가정법 과거시제로 표현해야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④ 주절보다 과거인 상황의 일이므로 I wish 가정법 과거완료 시제로 표현해야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⑤ 과거 시점의 일이므로 가정법 과거완료 시제로 표현해야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74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she read more books, she would write much better than this.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would be very upset if you lost the present.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would be sad if she hears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were in the office, I would give it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rich, I could buy that digital camera.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she read more books, she would write much better than this.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would be very upset if you lost the present.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She would be sad if she hears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were in the office, I would give it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rich, I could buy that digital camera.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She would be sad if she hears the news.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hears → heard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75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What would you do if it rained on your wedding day?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your address, I would mail this letter today.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will be really sad if you left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there isn't gravity on earth, we could float in the air.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not so hungry, I shared my bread with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What would you do if it rained on your wedding day?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your address, I would mail this letter today.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will be really sad if you left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there isn't gravity on earth, we could float in the air.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not so hungry, I shared my bread with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What would you do if it rained on your wedding day?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② know → knew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will →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isn't → weren't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shared → would share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76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Choose two that are grammatically correct.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were honest, he would have been hired.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it were not raining, we could having lunch on the grass.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had not have dinner at the restaurant, he would not meet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won the lottery, I would buy a cool sports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the weather is good, we'll have the party outside.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Choose two that are grammatically correct.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were honest, he would have been hired.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it were not raining, we could having lunch on the grass.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had not have dinner at the restaurant, he would not meet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I won the lottery, I would buy a cool sports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the weather is good, we'll have the party outside.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④ If I won the lottery, I would buy a cool sports car. / ⑤ If the weather is good, we'll have the party outside.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 가정법 과거로, 주절의 동사는 would be hired가 올바르다.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② 조동사 could 다음엔 동사원형 have가 와야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③ 가정법 과거로, if절의 동사는 did not have가 올바르다.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77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 (정답 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ocean water weren't salty, people drank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didn't have a headache, I could sleep 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know your address, I would mail this letter today.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were free, I could go fishing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brothers, I would be happier.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 (정답 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ocean water weren't salty, people drank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didn't have a headache, I could sleep 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I know your address, I would mail this letter today.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were free, I could go fishing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brothers, I would be happier.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If ocean water weren't salty, people drank it. / ③ If I know your address, I would mail this letter today.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 drank → would drink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③ know → knew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78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she heard the news, she would be pleased.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she had speak English well, I would employ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had known his address, she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had come to my party, I would have been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we had started a little earlier, we could catch the train.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she heard the news, she would be pleased.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she had speak English well, I would employ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had known his address, she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he had come to my party, I would have been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we had started a little earlier, we could catch the train.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If she heard the news, she would be pleased. / ④ If he had come to my party, I would have been happy.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② would employ → would have employed ('그녀가 영어를 잘했다면, 나는 그녀를 고용했을 텐데.')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③ would write → would have written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⑤ could catch → could have caught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① 현재 사실에 대한 아쉬움을 나타내는 가정법 과거 문장이므로 「If+S+과거 동사, S+조동사 과거형+동사원형」으로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79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had known your email address, I would have written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told you the truth, you would not believe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practiced harder, I would have won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What would have happened if I hadn't smelled gas?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the weather had been better, we could have gone on a picnic.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had known your email address, I would have written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If I had told you the truth, you would not believe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practiced harder, I would have won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What would have happened if I hadn't smelled gas?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the weather had been better, we could have gone on a picnic.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If I had told you the truth, you would not believe it.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과거완료 시제 문장으로 주절은 you would not have believed it으로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80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문장의 총 개수는?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it was sunny, we would go on a picnic.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had two bikes, I would gave you one.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had an umbrella, I would go out in the rain.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were you, I would exercise harder.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spend my whole day answering letters, what would happen?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2개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• If it was sunny, we would go on a picnic. → was 대신 were로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• If I had two bikes, I would gave you one. → would 다음에는 동사원형 give를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• If I spend my whole day answering letters, what would happen? → if절의 동사를 과거형 spent로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81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4729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어법상 옳은 문장의 총 개수는?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15974"/>
            <a:ext cx="8214055" cy="314629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(A) If he were not busy, he would come to my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(B) If Minju comes tomorrow, I won't let her leave me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(C) If she can travel in space, she would go to Mars.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(D) If I were a doctor, I help the poor around the world.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(E) If you listened to the lecture, you will understand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(F) If ocean water weren't salty, people drank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(G) If I have brothers, I would be happier.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15974"/>
            <a:ext cx="2926080" cy="314629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15974"/>
            <a:ext cx="2926080" cy="314629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2개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(C) can →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(D) help → would help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(E) will →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(F) drank → would drink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(G) have → had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82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15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How many sentences are grammatically wrong among ⓐ~ⓙ?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3970"/>
            <a:ext cx="8214055" cy="279958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ⓐ If I were you, I would help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ⓑ If she sings well, she could join our band.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ⓒ Without water, we could not live.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ⓓ What will you do if you were in my shoes?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ⓔ If she were in London, she can attend her cousin's wedding.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ⓕ If he studied harder, he might pass the exam.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ⓖ If you did not help me, I cannot finish this project.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ⓗ If you explain the situation to Minho, he will understand.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ⓘ If I had a million dollars, I will buy you a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ⓙ If I have a magic cooker, I could cook rice for the poor.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83970"/>
            <a:ext cx="2926080" cy="279958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6개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7개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283970"/>
            <a:ext cx="2926080" cy="279958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C03A2E"/>
                </a:solidFill>
                <a:latin typeface="맑은 고딕"/>
              </a:rPr>
              <a:t>④ 6개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7개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129277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266437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6개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061965"/>
            <a:ext cx="11277295" cy="1613154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ⓑ 가정법 과거 문장으로 if절의 동사를 과거형 sang으로 고치던지, 아니면 단순 조건문으로 could를 can으로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ⓓ 가정법 과거 문장으로 주절에서 조동사를 과거형 would로 바꿔야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ⓔ 주절의 can은 could로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ⓖ 주절의 cannot은 could not으로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ⓘ 주절의 will은 would로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ⓙ if절의 동사는 과거형 had로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p.143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83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32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중 어법상 옳은 문장끼리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31976"/>
            <a:ext cx="8214055" cy="313029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ⓐ If I had a robot, I would make it do my homework.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ⓑ If there were a flying car, we would not late for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ⓒ If I saw a famous actor in the street, I would ask him to take a picture with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ⓓ If I were a poet, I would described this world with a beautiful poem.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ⓔ If I finded a bag full of money under a tree, I would take it to the police.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31976"/>
            <a:ext cx="2926080" cy="313029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ⓑ,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ⓐ,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ⓐ, ⓒ,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ⓐ, ⓑ,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ⓑ, ⓓ, ⓔ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31976"/>
            <a:ext cx="2926080" cy="3130295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ⓑ,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C03A2E"/>
                </a:solidFill>
                <a:latin typeface="맑은 고딕"/>
              </a:rPr>
              <a:t>② ⓐ,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ⓐ, ⓒ,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ⓐ, ⓑ,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ⓑ, ⓓ, 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ⓐ, ⓒ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ⓑ would not be late의 형태가 올바르다.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ⓓ 조동사 would 다음에 동사원형 describe가 와야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ⓔ find의 과거형은 found이다.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p.143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84 / 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8328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 u="none">
                <a:solidFill>
                  <a:srgbClr val="1E2A4A"/>
                </a:solidFill>
                <a:latin typeface="맑은 고딕"/>
              </a:rPr>
              <a:t>How many sentences are grammatically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51966"/>
            <a:ext cx="8214055" cy="285699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you want to keep a secret, you must also hide it from yourself.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I had done any part-time jobs while I was at school, I would have gain some work experience.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Had I known Woobin was in the hospital, I would sent him some flowers.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the weather was sunny, we will go to the zoo.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 always pay my bills on time. If I don't, I will get into a lot of trouble.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there will be only a breeze in the sauna, the atmosphere wouldn't be quite so unbearable.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He will move into a new house if it had been completed by then.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it had been another person, it wouldn't have been so shocking.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51966"/>
            <a:ext cx="2926080" cy="2856992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①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②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③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④ 6개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⑤ 7개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251966"/>
            <a:ext cx="2926080" cy="285699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C03A2E"/>
                </a:solidFill>
                <a:latin typeface="맑은 고딕"/>
              </a:rPr>
              <a:t>①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②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③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④ 6개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⑤ 7개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154677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291838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3개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087366"/>
            <a:ext cx="11277295" cy="1587753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• 'If I had done any part-time jobs while I was at school, I would have gained some work experience.'가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'Had I known Woobin was in the hospital, I would have sent him some flowers.'가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'If the weather was sunny, we would go to the zoo.'가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'If there were only a breeze in the sauna, the atmosphere wouldn't be quite so unbearable.'이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'He would have moved into a new house if it had been completed by then.'이 올바른 문장이다.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