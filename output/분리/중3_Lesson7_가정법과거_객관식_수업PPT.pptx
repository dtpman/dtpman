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 Grammar Build Up 객관식 · 가정법 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84문항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________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돈이 좀 있다면, 너에게 빌려줄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 +동사의 과거형, 주어+조동사의 과거형+동사 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________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would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너라면, 그녀에게 사실을 말할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빈칸에는 조동사의 과거형이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네가 아프지 않다면, 우리가 너를 방문할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새라면, 너에게 날아갈 텐데.  /  우리가 부자라면, 자동차를 살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모두 가정법 과거 문장으로 be동사의 과거형인 were가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_____________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had been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had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been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날씨가 더 좋았다면, 우리는 소풍을 갈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'날씨가 더 좋았더라면, 나는 소풍을 갈 수 있었을 텐데.' 가정법 과거완료는 「If+주어+had p.p., 주어+조동사 과거형+have p.p」의 형태로 나타낸다. 주절에 ‘could have gone’이 온 것으로 보아 가정법 과거완료이므로 if절에는 과거완료 ‘had p.p.’가 와야 한다. ‘과거 사실에 대한 반대’를 나타내며, ‘만약 ~했더라면’이라고 해석한다.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22046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didn't know your email address,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write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 your email address, I could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have written to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22046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22046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네 이메일 주소를 몰랐기 때문에 너에게 편지를 쓸 수 없었다.  /  → 내가 네 이메일 주소를 알았더라면, 너에게 편지를 쓸 수 있었을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시제로 빈칸에는 had p.p. 형 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153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문장을 if로 시작하는 문장으로 다시 쓸 때, 빈 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84020"/>
            <a:ext cx="8214055" cy="225247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 have to go to class, so I can't go shopping with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If I _____________________ go to class, I could go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shopping with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84020"/>
            <a:ext cx="2926080" cy="225247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84020"/>
            <a:ext cx="2926080" cy="225247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didn't have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수업에 가야 해서 너와 쇼핑하러 갈 수 없다.  /  → 내가 수업에 가지 않아도 된다면, 너와 쇼핑하러 갈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[If+주어+ 동사의 과거형, 주어+조동사의 과거형+동사원 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_____________________,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if it were not raining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it were not raining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it were not raining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밖에 비가 오고 있지 않다면 저녁을 먹으러 나갈 텐데, 지금 비가 오고 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281254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As I don't have a lot of money, I cannot buy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= If I __________ a lot of money, I __________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281254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281254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had - could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돈이 많지 않아서 큰 집을 살 수 없다.  /  = 내게 돈이 많다면, 큰 집을 살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 - could lend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이 책은 내 것이 아니어서 너에게 빌려줄 수 없다.  /  그 책이 내 것이라면, 너에게 빌려줄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과거형이, (B)에는 조동사의 과거형과 동사원형이 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more exercise, she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 better health.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here right now, he would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그녀가 운동을 더 한다면, 더 건강할 텐데.  /  그가 지금 여기 있다면, 우리를 도와줄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「If+주어+동사의 과거형, 주어+ 조동사의 과거형+동사원형」 ※ if절의 be동사는 주어의 인칭과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not tell a lie, we would like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not sick, he could go 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그녀가 거짓말을 하지 않는다면, 우리는 그녀를 좋아할 텐데.  /  그가 아프지 않다면, 학교에 갈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8214055" cy="25725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He was very late for school. He was afraid his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teacher would punish him. He thought, "If I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(A)________ a bird, I (B)________ to school."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63980"/>
            <a:ext cx="2926080" cy="257251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were - could fly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63980"/>
            <a:ext cx="2926080" cy="257251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⑤ were - could fly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were - could fly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학교에 매우 늦었다. 선생님이 자신을 혼낼까 봐 두려웠다. 그는 "내가 새라면, 학교까지 날아갈 수 있을 텐데."라고 생각했다.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 were가, (B)에는 조동사의 과거형과 동사원 형이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wasn't - couldn't see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거기에 있었다면, 너를 볼 수 있었을 텐데.  /  → 나는 거기에 없었기 때문에 너를 볼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과거완료는 ‘과거 사실에 대한 반대’를 나타내므로 직설법으로 고치면 ‘과거 동사’를 - 21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worked - would 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민수는 열심히 일하니?  /  B: 아니, 하지만 그가 열심히 일한다면, 학교에서 잘할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if절의 동사에는 과거형이, 주 절의 동사 자리에는 '조동사의 과거형+동사원 형' 형태가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(A)________ enough money, she would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you, I would accept the offer.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그녀에게 충분한 돈이 있다면, 그 코트를 살 텐데.  /  내가 너라면, 그 제안을 받아들일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주어의 인칭, 수에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(A)________ your situation, he could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knew - didn't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knew - didn't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knew - didn't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네 상황을 안다면, 너를 도울 수 있을 텐데.  /  내게 친구가 하나도 없다면, 나는 외로울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5133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 (A), (B)에 들 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0011"/>
            <a:ext cx="8214055" cy="252450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 can't buy a car because I don't have enough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If I (A)________ enough money, I (B)________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20011"/>
            <a:ext cx="2926080" cy="252450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20011"/>
            <a:ext cx="2926080" cy="252450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had - could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돈이 충분하지 않아서 차를 살 수 없다.  /  → 내게 돈이 충분하다면, 차를 살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동사의 과거형이 들어가야 하고, (B)에는 조동사의 과거형과 동사원형이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대화의 빈칸 ⓐ, ⓑ에 들어갈 알맞은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6705295" cy="27805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A: How was the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B: Wonderful. If you ⓐ______________ with us, you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ⓑ______________ a good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63980"/>
            <a:ext cx="4434840" cy="278053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had come - would have had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63980"/>
            <a:ext cx="4434840" cy="278053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⑤ had come - would have had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come - would have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파티는 어땠어?  /  B: 훌륭했어. 네가 우리와 함께 왔더라면, 즐거운 시간을 보냈을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대화의 흐름상 과거의 사실에 반대되는 가정을 나타내고 있다. 따라서 문장의 시제는 가정법 과거완료로, 주절에는 ‘조동사의 과거형 +have p.p.’가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the pair that is appropriate for the blanks ⓐ and 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have proper tools, I ⓐ_________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proper tools, I ⓑ_________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79982"/>
            <a:ext cx="443484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will fix - would fix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적절한 도구를 가지고 있으면, 네 자전거를 고쳐 줄 것이다.  /  내가 적절한 도구를 가지고 있다면, 네 자전거를 고쳐 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ⓐ는 조건문으로 현재나 미래에 대한 예상 가능한 사실을 표현할 때 사용된다. ⓑ는 가정법 과거로 현재 사실과 반대되는 상황을 가정할 때 사용된다. [If+주어+과거 동사, 주어+조동사 과거형+동 사원형]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would best fit in the blanks ⓐ and ⓑ?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ⓐ___________ any money, I would have lent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ⓑ__________ very lonely if I didn't have a friend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79982"/>
            <a:ext cx="443484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had - would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돈이 조금이라도 있었더라면, 네게 좀 빌려줬을 텐데.  /  나는 너 같은 친구가 없다면 매우 외로울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 주절에 ‘would have lent’가 왔으므로, 가정법 과거완료이다. 따라서 if절에는 과거완료 ‘had p.p.’ 형태인 had had가 알맞다. ⓑ ‘if’ 조건절의 시제가 과거이므로, ‘가정법 과거’이다. 그러므로 주절은 ‘과거 조동사+동 사원형(would be)’ 형태가 알맞다.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would not know what to do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would not know what to 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자동차에 대해 아무것도 모른다. 차가 고장 나면, 무엇을 해야 할지 모를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다음 빈칸 (A), (B), (C)에 들어갈 말로 &lt;보기&gt;에서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68452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enough money, (A)_______________________.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found someone's wallet, (B)___________________.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woke up early, (C)_____________________________.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a. I couldn't get better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b. I would be very upset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c. I'd take it to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d. I wouldn't be late for school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e. I could buy a new laptop computer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(A) - (B) - (C)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68452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e - c - d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68452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⑤ e - c - 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e - c - 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돈이 충분하다면, 새 노트북 컴퓨터를 살 수 있을 텐데.  /  내가 누군가의 지갑을 발견한다면, 경찰서에 가져갈 텐데.  /  내가 일찍 일어난다면, 학교에 지각하지 않을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(A) 내가 돈이 충분히 있다면, 새 노트북을 살수 있을 텐데. (B) 내가 누군가의 지갑을 찾는다면, 경찰서에 가져다 줄 텐데. (C) 내가 일찍 일어난다면, 학교에 늦지 않을 텐데.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a lot of money.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돈이 많다면, 자동차를 살 텐데. → 나는 돈이 많지 않다.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"만약 내가 돈이 많다면, 나는 차를 살 텐데" 라는 뜻으로, 내가 현재 돈이 많지 않음을 나타내고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She has enough friends, so she's not lonely.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She has enough friends, so she's not lonely.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has enough friends, so she's not lonely.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소라는 "내게 친구가 하나도 없다면, 나는 외로울 텐데."라고 말한다. → 그녀는 친구가 충분해서 외롭지 않다.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소라가 말한 것은 "내가 어떤 친구도 없다면, 나는 외로울 텐데"라는 뜻으로, 현재의 상황에 반대되는 것을 가정한 것이다. 즉, 현재 그 녀는 친구가 많고, 외롭지 않다는 것을 의미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________________________________________________________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 u="sng">
                <a:solidFill>
                  <a:srgbClr val="C03A2E"/>
                </a:solidFill>
                <a:latin typeface="맑은 고딕"/>
              </a:rPr>
              <a:t>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would call him if I knew his number.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Sue는 Steven에게 전화하고 싶지만 그의 번호를 몰라서 할 수 없다. 그녀는 말한다: 그의 번호를 안다면 그에게 전화할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1 - 동사의 과거형+동사원형]을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must start looking for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must start looking for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너라면, 그것을 찾기 시작해야 해. (알맞지 않은 문장)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him first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talk to him first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talk to him first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him first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나는 Tom과 친구가 되었으면 좋겠어.  /  B: 내가 너라면, 그에게 먼저 말을 걸어 볼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________________________________________.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air would be clean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the air would be clean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대기오염이 점점 심해지고 있다. 교통량이 그렇게 많지 않다면, 공기가 깨끗할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사실의 반대를 가정하고 있으므로 가정법 과거의 형태가 되어야 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he were here right now, he would help 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If he were here right now, he would help me.  /  = 만약 지금 그가 여기 있다면, 그가 나를 도와줄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knew his address, I would write to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그의 주소를 안다면, 그에게 편지를 쓸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[If+주어+동사의 과거형, 주어+ 조동사의 과거형+동사원형]의 형태로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were a bird, I would fly to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내가 새라면, 너에게 날아갈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had a sister, I would lend her my clothes.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나에게 여동생이 있다면, 내 옷을 빌려줄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had thought about money, he would have given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그가 돈에 대해 생각했더라면, 그는 포기했을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사실을 반대로 가정하고 있으므로 가정법 과거완료 「If+주어+had+과거분사 ~, 주어 +조동사 과거형+have+과거분사 …」 형태로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knew her e-mail address, I could write a letter to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If I knew her e-mail address, I could write a letter to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knew her e-mail address, I could write a letter to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그녀의 이메일 주소를 안다면, 그녀에게 편지를 쓸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과거형+동사원형]의 어순을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If you jumped out of a plane, you would have the same experience.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당신이 비행기에서 뛰어내린다면, 같은 경험을 하게 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과거형+동사원형]을 이용하여 영작한다.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knew her phone number, I could call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그녀의 전화번호를 몰라서 그녀에게 전화할 수 없다.  /  = 내가 그녀의 전화번호를 안다면, 그녀에게 전화할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내가 현재 그녀의 전화번호가 없어서 전화를못 하는 상황이기 때문에 가정법 과거를 이용 하여 문장을 바꿀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enough time, so I can't swim all 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시간이 더 있다면, 하루 종일 수영할 텐데.  /  = 나는 시간이 충분하지 않아서 하루 종일 수영할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'만약 내가 더 많은 시간이 있다면, 나는 하루 종일 수영할 텐데'의 가정법 문장은, 현재 시 점에 나는 시간이 충분하지 않아서 하루 종일 수영을 할 수 없음을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Since I am sick, I can't go to the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아프지 않다면, 파티에 갈 수 있을 텐데.  /  = 나는 아파서 파티에 갈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문장은 현재의 사실과 반대되는 가정이나, 실현 가능성이 거의 없는 소망을 말할 때 사용되므로, 주어진 가정법 문장과 반대되는 상황을 현재시제로 풀어놓은 문장을 답으로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had known about your problem, I would have helped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If I had known about your problem, I would have helped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known about your problem, I would have helped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네 문제에 대해 몰랐기 때문에 너를 도울 수 없었다.  /  = 내가 네 문제에 대해 알았더라면, 너를 도왔을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사실에 대한 반대를 가정하고 있으므로, 가정법 과거완료로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Kevin sang well, he would join the music club.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Kevin은 노래를 잘 못해서 음악 동아리에 들어가지 않는다.  /  = Kevin이 노래를 잘한다면, 음악 동아리에 들어갈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상황(Kevin이 노래를 잘한다면, 음악 동아리에 가입할 텐데)을 나타내는 가정법 과거 [If+주어+동사의 과거형, 주어+ 조동사의 과거형+동사원형]의 어순을 취한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As he doesn't know her phone number, he can't call her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그녀의 전화번호를 안다면, 그녀에게 전화할 수 있을 텐데.  /  = 그는 그녀의 전화번호를 몰라서 그녀에게 전화할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문장으로, 현재 시점에서 반대되는 상황을 직설법 문장으로 바꾼 보기가 정답이 된다. - 22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As we don't know how to swim, we can't have more fun.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우리가 수영하는 법을 안다면, 더 재미있게 놀 수 있을 텐데.  /  = 우리는 수영하는 법을 몰라서 더 재미있게 놀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「If+주어+과거 동사, 주어+조동 사의 과거형+동사원형」 ~라면 …할 텐데 (현재 사실과 반대되는 상황을 가정)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we had arrived in time, we could have caught the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제시간에 도착하지 못해서 버스를 잡을 수 없었다.  /  = 우리가 제시간에 도착했더라면, 버스를 잡을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과거의 사실과 반대되는 가정이나, 과거에 실현 가능성이 희박했던 소망을 말할 때 사용되는 가정법 과거완료 시제 「If+주어+had+과거 분사 ~, 주어+조동사 과거형+have+과거분사 …」 형태로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my little sister often lay down on the ground, her clothes wouldn't usually be kept clean.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 여동생은 땅에 자주 눕지 않아서 옷이 대개 깨끗하게 유지된다.  /  = 내 여동생이 땅에 자주 눕는다면, 옷이 대개 깨끗하게 유지되지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상황(내 여동생이 자주 땅에 눕는다면, 옷이 보통 깨끗하지 않을 텐데)을 나타내는 가정법 과거 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were not poor, he could buy an expensive car.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가난해서 비싼 차를 살 수 없다.  /  → 그가 가난하지 않다면, 비싼 차를 살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doesn't have a key, so he can't open the door.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그에게 열쇠가 있다면, 문을 열 수 있을 텐데.  /  → 그는 열쇠가 없어서 문을 열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표현했으므로 현재 사실에 대해 나타내는 것을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Tom were rich, he could buy a building.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Tom은 부자가 아니어서 건물을 살 수 없다.  /  → Tom이 부자라면, 건물을 살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상황(Tom이 부자라면 빌딩을 살 수 있을 것이다)을 나타내는 가정법 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is busy, so he can't go to the movies.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바쁘지 않다면, 영화를 보러 갈 수 있을 텐데.  /  → 그는 바빠서 영화를 보러 갈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반대를 나타낸다. 'If he were not busy, he could go' → 현재 바쁘기 때문에 갈 수 없다는 뜻이므로 He is busy, so he can't go to the movies.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went to Africa, I could help poor children there.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자원봉사를 하러 아프리카에 가지 않아서 그곳의 가난한 아이들을 도울 수 없다.  /  → 내가 아프리카에 간다면, 그곳의 가난한 아이들을 도울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As it rains hard, we don't play outside.
→ If it doesn't rain hard, we would play outside.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비가 세게 와서 우리는 밖에서 놀지 않는다.  /  → 비가 세게 오지 않는다면, 우리는 밖에서 놀 텐데. (어법상 어색한 전환: If it doesn't rain hard → If it didn't rain hard)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if절의 동사는 과거형으로 써야 한다. doesn't는 didn't로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A: The exam was so difficult that she got a low score.
B: If the exam had been difficult, she would have gotten a low score.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A: 시험이 너무 어려워서 그녀는 낮은 점수를 받았다.  /  B: 시험이 어렵지 않았더라면 그녀는 낮은 점수를 받지 않았을 텐데. (어색한 전환)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가정법 과거완료(If+주어+had+과거분사 ~, 주어+조동사 과거형+have+과거분사 …)는 과거 사실을 반대로 가정한 것이므로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B의 답변을 'If the exam had not been difficult, she would not have gotten a low score.'로 바꿔야 옳다.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①, ③은 가정법 과거로, 현재의 사실과 반대되거나 현재에 일어나지 않은 일을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He is not strong, so he can't carry this box.
→ If he is strong, he can carry this box.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그는 강하지 않아서 이 상자를 옮길 수 없다. → 그가 강하다면, 이 상자를 옮길 수 있을 텐데. (가정법이 아니므로 두 문장의 의미가 같지 않다)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①번 문장의 의미가 같으려면 If he were strong, he could carry this box.로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 don't know him, so I can't introduce him to you.
→ If I knew him, I could introduce him to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나는 그를 몰라서 그를 너에게 소개할 수 없다.  /  → 내가 그를 안다면, 그를 너에게 소개할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→ If it didn't rain, I wouldn't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→ If I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→ She isn't kind, so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→ If I had wings, I could fly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As there are so many cars, there is so much air pollution.
→ There wouldn't be so much air pollution if there weren't so many cars.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차가 너무 많아서 대기오염이 심하다.  /  → 차가 그렇게 많지 않다면, 대기오염이 그렇게 심하지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가정법 과거완료 시제로 주절이 could have p.p. 형태가 되어야 하므로 wrote는 written으로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② 가정법 과거시제로 주절이 'could+동사원형' 형태가 되어야 하므로 have gone은 go로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가정법 과거완료 시제로 if절이 had p.p. 형태가 되어야 하므로 wasn't는 had not been으로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가정법 과거완료 시제로 if절이 had p.p. 형태가 되어야 하므로 weren't는 had not been으로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If I were born in America, I could speak English fluently.
= I was born in America, but I can't speak English fluently.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내가 미국에서 태어났다면, 영어를 유창하게 말할 수 있을 텐데.  /  = 나는 미국에서 태어났지만 영어를 유창하게 말하지 못한다. (의미가 다른 쌍)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반대이므로 ⑤는 'I wasn't born in America, so I can't speak English fluently.'와 같은 의미이다.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It's raining, so I won't go for a walk.
→ If it weren't raining, I'd go for a walk.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비가 오고 있어서 나는 산책하러 가지 않을 것이다.  /  → 비가 오고 있지 않다면, 나는 산책하러 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300" b="0" i="0" u="none">
                <a:solidFill>
                  <a:srgbClr val="152A4A"/>
                </a:solidFill>
                <a:latin typeface="맑은 고딕"/>
              </a:rPr>
              <a:t>① →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③ → If my mom were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④ → If you came, I would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⑤ → If he were very good at playing basketball, he could become a professional player.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He wasn't honest, so they didn't trust him.
→ If he had been honest, they would trust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③ 그는 정직하지 않아서 사람들이 그를 신뢰하지 않았다.  /  → 그가 정직했더라면, 사람들이 그를 신뢰했을 텐데. (알맞게 전환하지 못한 문장)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과거의 일에 대한 반대 상황을 가정하고 있으므로, 가정법 과거완료로 표현한다.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이때 if절은 'had p.p.', 주절에는 '조동사의 과거형+have p.p.'가 와야 하므로 would trust를 would have trusted로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①, ② 가정법 과거 / ③, ④, ⑤ 가정법 과거완료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If I knew his address, I could send him a letter.
→ As I didn't know his address, I couldn't send him a letter.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내가 그의 주소를 안다면, 그에게 편지를 보낼 수 있을 텐데.  /  → 나는 그의 주소를 몰라서 그에게 편지를 보낼 수 없다. (과거로 바꾼 것이 어색해 의미가 같지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과거이므로 현재 사실의 반대를 나타낸다. 따라서 didn't → don't, couldn't → can't로 해야 서로 비슷한 의미가 성립된다.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285978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If you get here before eight, you can catch the early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28597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⑤ If you get here before eight, you can catch the early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774185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3911345"/>
            <a:ext cx="11277295" cy="1419606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you get here before eight, you can catch the early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비현실적인 상황, 즉 확실히 일어나지 않고 있거나 일어나지 않았던 일, 사실이 아니거나 상상 속의 상황에 대해 말할 때 'if'를 이용한 특별한 구조를 사용한다.  /  ⑤ 네가 8시 전에 여기 도착하면, 이른 기차를 탈 수 있다. (실제 가능한 조건이라 해당하지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⑤의 if는 일어날 가능성이 있는 가정법 현재시제의 if이다.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ⓐ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오드리 헵번 같은 유명한 영화배우라면, 다른 사람들을 돕는 데 관심이 없을지도 모른다. (ⓐ was → were)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과거의 문장이므로 were가 들어가야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don't have any friends, I would be lonely.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내게 친구가 하나도 없다면, 나는 외로울 텐데. (If I don't have → If I didn't have)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주절이 would be lonely인 가정법 과거 문장이므로 if절의 동사도 과거형 didn't have로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a dog runs after me, I would run away.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a dog runs after me, I would run away.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a dog runs after me, I would run away.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개가 나를 쫓아오면, 나는 도망칠 텐데. (If a dog runs → If a dog ran)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if절의 동사는 과거형으로 써야 한다. runs는 과거형 ran으로 고친다.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 enough money, he bought the latest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he had enough money, he bought the latest phone.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he had enough money, he bought the latest phone.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그에게 충분한 돈이 있다면, 그는 최신 휴대폰을 살 텐데. (he bought → he would buy)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주절의 문장은 [조동사의 과거형+동사원형]이 사용되어야 한다. he would buy the latest phone으로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If I had known your address, I could have sent you a card.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내가 네 주소를 알았더라면, 너에게 카드를 보낼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200" b="0" i="0" u="none">
                <a:solidFill>
                  <a:srgbClr val="152A4A"/>
                </a:solidFill>
                <a:latin typeface="맑은 고딕"/>
              </a:rPr>
              <a:t>① could solve all the questions → could have solved all the questions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② would have been very happy → would be very happy (가정법 과거)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③ would have not eaten → would not have eaten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⑤ would have able to finish → would have been able to finish (가정법 과거완료)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she worked hard, she would not fail.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그녀가 열심히 일한다면, 실패하지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had had →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would have flown → would 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Steven would get a perfect grade if he studied harder.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Steven이 더 열심히 공부한다면, 만점을 받을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will은 조동사의 과거형인 would로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can은 조동사의 과거형인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과거이므로 과거형 동사 met으로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What would you say if you were my brother?가 올바른 표현이다.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a car, I picked you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had a car, I picked you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had a car, I picked you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내게 차가 있다면, 너를 태우러 갈 텐데. (I picked → I would pick)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주절은 I would pick you up으로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Jenny were healthy, she could travel with 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Jenny가 건강하다면, 우리와 함께 여행할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 rain →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would have gone → would 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could have seen → could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My friend would be very upset if I hitted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내 친구는 내가 그를 때렸다면 매우 화가 날 텐데. (hitted → hit)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hit의 과거형은 hit이다.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heard the weather report, I would have brought my umbrella.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일기예보를 들었더라면, 나는 우산을 가져왔을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가정법 과거완료 시제로 주절은 I would have been a star로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가정법 과거완료 시제로 if절의 동사는 had p.p.를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how to dance, I would go to the dance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knew how to dance, I would go to the dance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knew how to dance, I would go to the dance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춤추는 법을 안다면, 나는 댄스파티에 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In fact, he witnessed the car accident. But he acts as if he hadn't witnessed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사실 그는 그 자동차 사고를 목격했다. 하지만 그는 마치 목격하지 않은 것처럼 행동한다.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'He doesn't know you are in the hospital.'은 현재 시점의 일이므로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'I'm sorry I don't have a twin brother.'는 현재 시점의 소망이므로 I wish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주절보다 과거인 상황의 일이므로 I wish 가정법 과거완료 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과거 시점의 일이므로 가정법 과거완료 시제로 표현해야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She would be sad if she hears the news.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그녀는 그 소식을 들으면 슬퍼할 텐데. (hears → heard)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hears →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What would you do if it rained on your wedding day?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네 결혼식 날 비가 온다면 너는 무엇을 하겠니?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② know →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isn't → weren't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shared → would share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is good, we'll have the party outside.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the weather is good, we'll have the party outside.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If I won the lottery, I would buy a cool sports car. / ⑤ If the weather is good, we'll have the party outside.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내가 복권에 당첨된다면, 나는 멋진 스포츠카를 살 텐데.  /  ⑤ 날씨가 좋으면, 우리는 야외에서 파티를 할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가정법 과거로, 주절의 동사는 would be hired가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조동사 could 다음엔 동사원형 have가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가정법 과거로, if절의 동사는 did not have가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ocean water weren't salty, people drank it. / ③ If I know your address, I would mail this letter today.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(어색) 바닷물이 짜지 않다면, 사람들은 그것을 마실 텐데. (drank → would drink)  /  ③ (어색) 내가 네 주소를 안다면, 나는 오늘 이 편지를 부칠 텐데. (know → knew)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know → knew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she heard the news, she would be pleased. / ④ If he had come to my party, I would have been happy.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그녀가 그 소식을 듣는다면, 기뻐할 텐데.  /  ④ 그가 내 파티에 왔더라면, 나는 기뻤을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② would employ → would have employed ('그녀가 영어를 잘했다면, 나는 그녀를 고용했을 텐데.')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would write → would have written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could catch → could have caught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 현재 사실에 대한 아쉬움을 나타내는 가정법 과거 문장이므로 「If+S+과거 동사, S+조동사 과거형+동사원형」으로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I had told you the truth, you would not believe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내가 너에게 사실을 말했다면, 너는 믿지 않을 텐데. (would not believe → would not have believed)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 문장으로 주절은 you would not have believed it으로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it was sunny, we would go on a picnic.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two bikes, I would gave you 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an umbrella, I would go out in the 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were you, I would exercise harder.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spend my whole day answering letters, what would happen?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2개이다.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it was sunny, we would go on a picnic. → was 대신 were로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had two bikes, I would gave you one. → would 다음에는 동사원형 give를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spend my whole day answering letters, what would happen? → if절의 동사를 과거형 spent로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284454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If he were not busy, he would come to my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(B) If Minju comes tomorrow, I won't let her leave me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(C) If she can travel in space, she would go to Mars.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(D) If I were a doctor, I help the poor around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(E) If you listened to the lecture, you will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(F) If ocean water weren't salty, people drank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(G) If I have brothers, I would be happier.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284454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99972"/>
            <a:ext cx="2926080" cy="284454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2개이다.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(C)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(D) help → would help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(E)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(F)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(G)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wrong among ⓐ~ⓙ?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513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ⓐ If I were you, I would help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ⓑ If she sings well, she could join our band.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ⓒ Without water, we could not live.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ⓓ What will you do if you were in my shoes?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ⓔ If she were in London, she can attend her cousin's wedding.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ⓕ If he studied harder, he might pass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ⓖ If you did not help me, I cannot finish this project.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ⓗ If you explain the situation to Minho, he will understand.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ⓘ If I had a million dollars, I will buy you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ⓙ If I have a magic cooker, I could cook rice for the poor.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51383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51383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811523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48683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6개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틀린 문장은 모두 6개이다.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061965"/>
            <a:ext cx="11277295" cy="1613154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ⓑ 가정법 과거 문장으로 if절의 동사를 과거형 sang으로 고치던지, 아니면 단순 조건문으로 could를 can으로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ⓓ 가정법 과거 문장으로 주절에서 조동사를 과거형 would로 바꿔야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ⓔ 주절의 can은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ⓖ 주절의 cannot은 could not으로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ⓘ 주절의 will은 would로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ⓙ if절의 동사는 과거형 had로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4729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15974"/>
            <a:ext cx="8214055" cy="262051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ⓐ If I had a robot, I would make it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ⓑ If there were a flying car, we would not late for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ⓒ If I saw a famous actor in the street, I would ask him to take a picture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ⓓ If I were a poet, I would described this world with a beautiful poem.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ⓔ If I finded a bag full of money under a tree, I would take it to the police.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15974"/>
            <a:ext cx="2926080" cy="262051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15974"/>
            <a:ext cx="2926080" cy="262051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ⓐ, ⓒ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ⓐ 내게 로봇이 있다면, 나는 그것에게 내 숙제를 시킬 텐데.  /  ⓒ 내가 거리에서 유명한 배우를 본다면, 나는 그에게 함께 사진을 찍어 달라고 부탁할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ⓑ would not be late의 형태가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ⓓ 조동사 would 다음에 동사원형 describe가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ⓔ find의 과거형은 found이다.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53923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you want to keep a secret, you must also hide it from yourself.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done any part-time jobs while I was at school, I would have gain some work experience.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Had I known Woobin was in the hospital, I would sent him some flowers.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 weather was sunny, we will go to the zoo.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 always pay my bills on time. If I don't, I will get into a lot of trouble.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there will be only a breeze in the sauna, the atmosphere wouldn't be quite so unbearable.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He will move into a new house if it had been completed by then.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it had been another person, it wouldn't have been so shocking.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539238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539238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836923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74084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3개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3개이다.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087366"/>
            <a:ext cx="11277295" cy="1587753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I had done any part-time jobs while I was at school, I would have gained some work experience.'가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'Had I known Woobin was in the hospital, I would have sent him some flowers.'가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 weather was sunny, we would go to the zoo.'가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there were only a breeze in the sauna, the atmosphere wouldn't be quite so unbearable.'이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'He would have moved into a new house if it had been completed by then.'이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