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6  Grammar Build Up 워크북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중2 천재(이상기) Lesson 6 · Pattern 1 수동태 / Pattern 2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562문항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1.  수동태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능동태: 주어가 동작을 하는 것을 말할 때 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수동태: 주어가 동작을 당하거나 받는 것으로, 동작의 주체가 아닌 대상에 초점을 두어 말할 때 사용한다.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형태: 「be동사+과거분사(p.p.)」 / 동작을 하는 주체는 「by+행위자」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행위자가 막연한 일반인일 때, 행위자가 분명하지 않거나 중요하지 않을 때는 「by+행위자」를 생략하는 경우가 많다.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과거 시제: 「was/were+과거분사」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수동태의 부정문: be동사 다음에 not을 넣는다.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A leather pilot jacket and goggles were displayed.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가죽 비행사 재킷과 고글이 전시되어 있었다.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kitchen is cleaned every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부엌은 매일 청소된다.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living room was painted by my father.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거실은 우리 아버지에 의해 칠해졌다.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The house was built by his grandfather in 1910.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 집은 1910년에 그의 할아버지에 의해 지어졌다.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math problem (solved / was solved) by the student.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math problem (solved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solved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the student.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solved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(ordered / was ordered) a cheese burger.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ordered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ordered) a cheese burger.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ordered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Was) the company (develop / developed) a new menu?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Was) the company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develop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developed) a new menu?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Did, develop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gift (wasn't / didn't) made by Sam.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gift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didn't) made by Sam.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radio was invented by (him / his / he).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radio was invented by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his / he).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(was eaten / ate) his chocolate cookies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(was eaten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his chocolate cookies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(produced / was produced / was produced by) Lee.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(produced / was produced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produced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Lee.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produced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Billy (became / was become / was become by) a famous singer.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Billy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became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become / was become by) a famous singer.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became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building (built / was built / was built by) in the 17th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building (built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built by) in the 17th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houses (were destroyed by / destroyed / are destroyed by) the earthquake in 2011.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houses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destroyed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destroyed / are destroyed by) the earthquake in 2011.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destroyed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(take / took / was taken) to the zoo by my uncle.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(take / took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the zoo by my uncle.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taken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(is writing / was written / will write) by Mary.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(is writing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will write) by Mary.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penguins (died /were died) from the cold.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penguins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were died) from the cold.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was cleaned by (she / me / their).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was cleaned by (she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their).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Sometimes birds (hunted / are hunted) by other animals.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Sometimes birds (hunted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hunted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other animals.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hunted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paper money (appeared / is appeared) in China around the 10th century A.D.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paper money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appeared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is appeared) in China around the 10th century A.D.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appeared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were deeply (moving / moved) by the story.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were deeply (moving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the story.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(almost hit / was almost hit) by a car on my way home.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(almost hit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almost hit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a car on my way home.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almost hit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ship (was destroyed / destroyed) by the storm.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ship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destroyed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destroyed) by the storm.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Dinosaurs (were existed / existed) millions of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Dinosaurs (were existed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existed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millions of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existed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Suddenly his window (break / was broken) by a snowball.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Suddenly his window (break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a snowball.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(destroyed / was destroyed) by war.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(destroyed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destroyed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by war.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destroyed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(Does / Is) the blackboard in our class often cleaned by 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(Does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the blackboard in our class often cleaned by her?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early worm (not is / is not) eaten by the early bird.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early worm (not is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not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eaten by the early bird.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Even hamburgers can (deliver / be delivered)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Even hamburgers can (deliver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delivered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Korea.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delivered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this four-story house (was built / built / build)?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this four-story house (was 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build)?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(Are / Do) you (spent / spend) your allowance wisely and carefully?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(Are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you (spent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spend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your allowance wisely and carefully?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Do, spend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Were) all the people in the house (were invited / invited) to dinner?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(Did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all the people in the house (were invited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dinner?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(stopped / was stopped / was stopping) on the street by a policeman.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(stopped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stopped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was stopping) on the street by a policeman.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(invented / was invented) in the 1880s.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(invented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the 1880s.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Those pictures were drawn (with / by) Picasso.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Those pictures were drawn (with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Picasso.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hospital (built / was built) in 1999.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hospital (built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in 1999.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(hold / are held) the Olympic games every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are held) the Olympic games every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(was published / published) in 2010.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published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published) in 2010.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(was bought / bought) me a CD.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(was bought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me a CD.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children (are liked / like) pasta.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children (are liked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like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pasta.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(am helped / was helped)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(am helped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helped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helped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Milk (is bought / will be bought)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Milk (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/ will be bought)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Nick (sent / was send / was sent) to the library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Nick (sent / was send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sent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to the library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Liz (gave / was given / will be given) a new toy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Liz (gave / was given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a new toy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given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story (published / was published) 2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알맞은 답을 고르시오.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story (published /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published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) 2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published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jewellery was stolen by a thief!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jewellery was stolen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a thief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a thief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“1984” was written by George Orwell.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“1984” was written by George Orwell.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pushed over by someone in the line.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pushed over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someone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line.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festival is usually held by people every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festival is usually held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One day, Peter is bitten by a spider from a science experiment.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One day, Peter is bitten by a spider from a science experiment.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Anyone in our class is welcomed by us!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Anyone in our class is welcomed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us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was sent by post on the 21st of last month.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was sent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post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on the 21st of last month.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post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were taught German by a good teacher.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were taught German by a good teacher.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this room cleaned by cleaners every day?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this room cleaned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cleaners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cleaners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people were shocked by that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people were shocked by that news.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called Beethoven by people.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called Beethoven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people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portrait was painted by a little-known artist.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portrait was painted by a little-known artist.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feelings were really expressed strongly by him in the drawing.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feelings were really expressed strongly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drawing.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President Kennedy was killed by Lee Harvey Oswald.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President Kennedy was killed by Lee Harvey Oswald.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told by someone that my sister was 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someone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my sister was 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someone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Anne was picked by the selectors for the national event.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생략할 수 있는 어구를 골라 밑줄 치시오. (없을 경우, X표 할 것.)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Anne was picked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the selectors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the national event.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the selectors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roses were (bring) to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roses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new building will (build) next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new building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next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(speak) all over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all over the world.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won't (find) in the library.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won't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library.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(write)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letter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newspapers (throw) away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newspapers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thrown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away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thrown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(do) by him soon.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done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 soon.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done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Han River (can, see) from every room in my house.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Han River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seen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every room in my house.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(clean)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(clean) the room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room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Butter (make) from milk.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milk.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 (import) into Canada.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imported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into Canada.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imported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(build)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100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houses (build)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houses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100 years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Six people (injure) in the accident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Six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injured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accident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injured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(wake) up by the noise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woken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up by the noise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woken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(bite) by a dog last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 dog last week.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machine (use) very often.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very often.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used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the window (break) by somebody.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Last night, the window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somebody.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last e-mail (send) to the wrong address.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last e-mail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sent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wrong address.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(make) from wood.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wood.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(steal) last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last week.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machine (invent) in 1948.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1948.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Tony (bear) in Rome.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Tony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born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Rome.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born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German (speak) by many Europeans.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German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many Europeans.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(find) by his owner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his owner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(invite) her friends to dinner today.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her friends to dinner today.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Tower of London (build) at the beginning of the eleventh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Tower of London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the beginning of the eleventh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people (invite) to the party yesterday evening.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party yesterday evening.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(steal)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song was (sing) by David Smith in 1995.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song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David Smith in 1995.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chair was (break) by my younger brother.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chair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younger brother.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elephants were (catch) by the people.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elephants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people.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little child (bite) by my dog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little child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dog last night.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calendar (not, invent) by Anthony.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calendar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invented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Anthony.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3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money (use) in China in the 13th century.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괄호 안에 주어진 단어의 알맞은 형태를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money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China in the 13th century.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used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kicked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ball ____________ _____________ by the boy.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kicked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ball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kicked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boy.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kicked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painted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_____________ _____________ ____________ my father.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painted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painted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man keeps a white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dog ____________ _____________ ____________ the old 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man keeps a white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kept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old 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kept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opened by 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police officer stopped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car _____________ _____________ _____________ a police officer.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police officer stopped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stopped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police officer.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stopped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Everybody likes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_____________ _____________ by everybody.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Everybody likes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liked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everybody.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ate all the bananas.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All the bananas _____________ 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ate all the bananas.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All the bananas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eaten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eaten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painted the wall.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wall ____________ _____________ by my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painted the wall.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painted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painted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made the desk.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desk _____________ _____________ 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made the desk.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desk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cleans the room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cleans the room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room 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room is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drew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____________ 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drew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drawn by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drawn by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opened the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door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opened by Mike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opened by Mike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made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Hangeul _____________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made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Hangeul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by King Sejong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by King Sejong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baked the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cookies 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baked the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cookies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baked by my sister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baked by my sister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feed my dog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by me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feed my dog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dog is fed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me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dog is fed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days, people sell shoes online.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days, shoes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days, people sell shoes online.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days, shoes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sold online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sold online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Indian art interests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____________ ____________ ____________ Indian art.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Indian art interests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 interested in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Indian art.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 interested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Snow covered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top of the mountain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Snow covered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top of the mountain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covered with[by] snow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covered with[by] snow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bought me the watch.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watch _____________ _____________ for me by my father.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bought me the watch.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watch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bought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me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French family found the missing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missing child _____________ _____________ by a French family.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French family found the missing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missing child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a French family.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Min-ho took the pictures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pictures ____________ ____________ ____________ Min-ho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Min-ho took the pictures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pictures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Min-ho at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didn't break the window.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window _____________ _____________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didn't break the window.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window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broken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didn’t do the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work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didn’t do the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done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done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like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like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liked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liked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doesn't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room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doesn't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isn't cleaned by Judy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isn't cleaned by Judy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pull the boxes.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boxes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pull the boxes.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weren't pulled by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weren't pulled by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Jason didn't break this vase.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_____________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Jason didn't break this vase.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vase wasn't broken by Jason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vase wasn't broken by Jason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didn’t write the book.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book ____________ ____________ 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didn’t write the book.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written by my brother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written by my brother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didn't check students'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Students' homework _____________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didn't check students'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Students' homework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not checked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not checked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post man doesn't deliver your letter to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Your letter _____________ ____________ _____________ to me by a post man.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post man doesn't deliver your letter to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Your letter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not delivered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me by a post man.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not delivered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write this novel.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novel _____________ _____________ _____________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didn't write this novel.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novel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written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written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guards didn’t lock the back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the guards.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guards didn’t lock the back door.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back door wasn’t locked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guards.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back door wasn’t locked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doesn’t spend money on magazines.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_____________ _____________ ____________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doesn’t spend money on magazines.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Money isn’t spent on magazines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Money isn’t spent on magazines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will love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You 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will love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You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loved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loved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be finished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_____________ _____________ the work by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work will be finished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finish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work by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finish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can see many people in the park.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Many people ____________ ____________ ____________ in the park.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can see many people in the park.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Many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seen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park.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seen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Min-su has written these letters.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letters ____________ _____________ ____________ by Min-su.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Min-su has written these letters.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These letters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have been written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Min-su.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have been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build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house will _____________ _____________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build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house will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built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 child can use this service.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every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Every child can use this service.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service can be used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child.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service can be used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Spanish in Peru?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Spanish _____________ by people in Peru?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Spanish in Peru?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Spanish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spoken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people in Peru?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Is,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Bell invent the first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_____________ _____________ the first telephone _____________ _____________ Bell?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Bell invent the first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first telephone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Bell?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Cathy take the pictures?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the pictures ____________ ____________ ____________?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Cathy take the pictures?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pictures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taken by Cathy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Were, taken by Cathy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Wright Brothers invent an airplane?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an airplane ____________ ____________ the Wright Brothers?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Wright Brothers invent an airplane?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 airplane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Wright Brothers?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was, invented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wear uniforms at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at school?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wear uniforms at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uniforms worn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school?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uniforms worn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Beatles sing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the Beatles?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Beatles sing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Yesterday sung by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the Beatles?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Yesterday sung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police catch the man?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____________ ____________?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police catch the man?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man caught,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police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man caught, the police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invented the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By ___________ ____________ ____________ ____________ invented?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invented the telephone?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whom was the telephone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invented?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Fill in the blanks so that two sentences have the same meaning: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문장이 같은 뜻을 지니도록 빈칸을 채우시오.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whom was the telephone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call him a genius.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______________ ______________ a genius.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call him a genius.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called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genius.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called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can call the machine a computer.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machine ____________ _____________ ___________ a computer.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can call the machine a computer.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machine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be called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computer.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be called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must give penguins food by hand.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Penguins _____________ _____________ _____________ food by hand.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must give penguins food by hand.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Penguins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must be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food by 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must be given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Mother made me a white dress.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dress ____________ ____________ ____________ _____________ by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Mother made me a white dress.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white dress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for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made my life unhappy.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My life _____________ _____________ _____________ by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made my life unhappy.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My life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unhappy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unhappy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found a soldier dead in the forest.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soldier _____________ _____________ _____________ in the forest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found a soldier dead in the forest.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soldier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 dead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the forest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found dead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babysitter took care of two children.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Two children ____________ ____________ ____________ ____________ ____________ 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babysitter took care of two children.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Two children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 care of by the babysitter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 care of by the babysitter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Ms. Shelly teaches us math.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 by Ms. Shelly.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Ms. Shelly teaches us math.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are taught math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by Ms. Shelly.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taught math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mother made him a delicious cake.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delicious cake ____________ ____________ ____________ _____________  by his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mother made him a delicious cake.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 delicious cake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 for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by his mother.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 for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Eating fast food makes people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by eating fast food.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Eating fast food makes people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People are made fat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eating fast food.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People are made fat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4 · 58번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Yoga will make you healthy.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 ____________ _____________ _____________ by doing yoga.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Yoga will make you healthy.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will be made healthy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doing yoga.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will be made healthy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are invited to the party by Jack.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Jack ____________ _____________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are invited to the party by Jack.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Jack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invites people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invites people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telephone was invented by Bell.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invented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first telephone was invented by Bell.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Bell,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invented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first telephone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Bell, the first telephone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trees will be planted by people in April.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People _____________ _____________ _____________ _____________  in April.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trees will be planted by people in April.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plant many trees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in April.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plant many trees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Trees can be seen in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can see trees in the mountain.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Trees can be seen in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We[They/People]: 일반인, 끝에 by us(them) 생략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can see trees in the mountain.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We[They/People]: 일반인, 끝에 by us(them) 생략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crab isn’t caught by Kate.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crab.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crab isn’t caught by Kate.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Kate doesn’t catch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crab.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Kate doesn’t catch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Hanguel was created by King Sejong.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_____________ _____________ created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Hanguel was created by King Sejong.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King Sejong,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created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Hanguel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King Sejong, Hanguel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run after by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____________ _____________ the boy.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run after by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dog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ran after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boy.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ran after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will be walked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 ____________ ____________ 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dog will be walked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walk the dog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walk the dog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written by Hemingway.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Hemingway ____________ _____________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written by Hemingway.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Hemingway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wrote this book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this book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teacher was pleased with the boy’s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boy’s work ___________ ___________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teacher was pleased with the boy’s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boy’s work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pleased the teacher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pleased the teacher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star was loved by teen girls.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Teen girls 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star was loved by teen girls.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Teen girls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loved the movie star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the movie star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David clean the room after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_____________ after school?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David clean the room after school?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room cleaned by David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after school?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room cleaned by David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whole book was read alone by the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_____________ _____________ alone.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whole book was read alone by the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baby read the whole book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alone.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baby read the whole book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pen was dropped on the floor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 _____________ _____________ _____________ on the floor.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pen was dropped on the floor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dropped the 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on the floor.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dropped the pen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wallet was stolen by the thief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_____________ _____________ _____________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wallet was stolen by the thief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stole my wallet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stole my wallet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letter can be delivered to him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can ____________ _____________ _____________ _____________ 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letter can be delivered to him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can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deliver this letter to him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this letter to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CD may be bought online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the CD online.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CD may be bought online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may 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CD online.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may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were you taught French?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French?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were you taught French?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 taught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French?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taught 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sweater was bought for me by grandma.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a sweater.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sweater was bought for me by grandma.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Grandma bought 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sweater.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Grandma bought 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trees were blown down by the wind.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 ___________ ____________ ____________ 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trees were blown down by the wind.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wind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blew down the trees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blew down the trees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5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will be given a ticket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____________ _____________ ____________ ____________ a ticket.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will be given a ticket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will give you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ticket.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give you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Fred made a wooden box.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Fred made a wooden box.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 wooden box was made by Fred.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wooden box was made by Fred.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speak Korean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People speak Korean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Korean is spoken in Korea (by people).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Korean is spoken in Korea (by people).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Beethoven composed nine symphonies in his life.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Beethoven composed nine symphonies in his life.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Nine symphonies were composed by Beethoven in his life.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Nine symphonies were composed by Beethoven in his life.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can repair the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can repair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car can be repaired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can be repaired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held a farewell party at the club.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held a farewell party at the club.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 farewell party was held by him at the club.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farewell party was held by him at the club.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car bought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threw the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threw the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mouse was thrown by the cat.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thrown by the cat.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dad didn't fix my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dad didn't fix my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bike wasn't fixed by my dad.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bike wasn't fixed by my dad.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Jimin will break the promise.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Jimin will break the promise.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promise will be broken by Jimin.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will be broken by Jimin.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take his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take his umbrella.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Junsu‘s umbrella wasn't taken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Junsu‘s umbrella wasn't taken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 Wars was directed by George Lucas.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 Wars was directed by George Lucas.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George Lucas directed Star Wars.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George Lucas directed Star Wars.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Wine is not sold by them at that store.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Wine is not sold by them at that store.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don't sell wine at that store.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don't sell wine at that store.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he open the window?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he open the window?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window opened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window opened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hold a meeting last week?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they hold a meeting last week?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 meeting held by them last week?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 meeting held by them last week?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he buy the car?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car bought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car bought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Henry Ford invented the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Henry Ford invented the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car was invented by Henry Ford.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car was invented by Henry Ford.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English in your country?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people speak English in your country?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English spoken by people in your country?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English spoken by people in your country?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bought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bought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Some bread was bought by Mrs. Dorothy.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bread was bought by Mrs. Dorothy.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can use the tool to fix the bike.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can use the tool to fix the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tool can be used by her to fix the bike.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tool can be used by her to fix the bike.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e-mail will be checked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e-mail will be checked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will check the e-mail.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will check the e-mail.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friend can speak and write French.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friend can speak and write French.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French can be spoken and written by my 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can be spoken and written by my friend.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has painted his hometown since last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has painted his hometown since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Mike's hometown has been painted by him since last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Mike's hometown has been painted by him since last year.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uncle is building the red villa by the lake.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uncle is building the red villa by the lake.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red villa by the lake is being built by my uncle.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red villa by the lake is being built by my uncle.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do his homework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didn't do his homework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Junsu's homework wasn't done by him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Junsu's homework wasn't done by him yesterday.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can make some cookies.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can make some cookies.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Some cookies can be made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Some cookies can be made by my father.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read by many students.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read by many students.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students read this book.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students read this book.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Seals visit the lake in the summer.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Seals visit the lake in the summer.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lake is visited by seals in the summer.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lake is visited by seals in the summer.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explorer discovered the treasure.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explorer discovered the treasure.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treasure was discovered by the explorer.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treasure was discovered by the explorer.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officer caught the thief.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officer caught the thief.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was caught by the police officer.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 caught by the police officer.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rules of the school must be observed.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rules of the school must be observed.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We[People] must observe the rules of the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We[People] must observe the rules of the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his classmates speak well of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*speak well of ~를 좋게 이야기하다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his classmates speak well of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*speak well of ~를 좋게 이야기하다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spoken well of by all his classmates.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spoken well of by all his classmates.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make milk into butter and cheese.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make milk into butter and cheese.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Milk is made into butter and cheese (by us).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Milk is made into butter and cheese (by us).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delicious cake was made for him by his mother.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delicious cake was made for him by his mother.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mother made him a delicious cake.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His mother made him a delicious cake.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looked after my cat while I was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sister looked after my cat while I was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cat was looked after by my sister while I was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cat was looked after by my sister while I was out.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Curry and rice was made by my mom.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Curry and rice was made by my mom.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mom made curry and rice.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mom made curry and rice.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grand piano is played by Brian.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grand piano is played by Brian.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Brian plays the grand piano.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Brian plays the grand piano.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project must be done by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project must be done by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must do the project.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must do the project.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must finish this project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must finish this project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project must be finished by me tomorrow.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project must be finished by me tomorrow.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built the large house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built the large house there.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large house was built there by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large house was built there by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entertained their guests with music.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entertained their guests with music.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Their guests were entertained with music.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Their guests were entertained with music.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jellyfish stung her while she was swimming.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jellyfish stung her while she was swimming.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was stung by a jellyfish while she was swimming.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stung by a jellyfish while she was swimming.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Can you learn French easily?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Can you learn French easily?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 French be learned easily?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 French be learned easily?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show will be directed by Ben.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show will be directed by Ben.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Ben will direct the show.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Ben will direct the show.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Was it made by Ms. Collins last week?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Was it made by Ms. Collins last week?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Ms. Collins make it last week?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Ms. Collins make it last week?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Windows are broken by Nick.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Windows are broken by Nick.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Nick breaks windows.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Nick breaks windows.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drawing the picture.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drawing the picture.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picture is being drawn by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picture is being drawn by 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gave me his photo.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gave me his photo.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given his photo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photo was given to me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I was given his photo by him.   /   His photo was given to me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pay one million won.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will pay one million won.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One million won will be paid by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One million won will be paid by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didn't catch the thief.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police didn't catch the thief.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thief wasn't caught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thief wasn't caught by the police.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Careless driving causes many accidents.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Careless driving causes many accidents.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accidents are caused by careless driving.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accidents are caused by careless driving.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love the singer.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love the singer.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singer is loved by all Koreans.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singer is loved by all Koreans.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parents should teach them good behavior.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Their parents should teach them good behavior.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should be taught good behavior by their parents.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Good behavior should be taught to them by their parents.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They should be taught good behavior by their parents.   /   Good behavior should be taught to them by their parents.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door was broken by my 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door was broken by my friend.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friend broke the door.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friend broke the door.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cleaned the bathroom.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cleaned the bathroom.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bathroom was cleaned by Jane.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bathroom was cleaned by Jane.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Minsu didn't send the letter.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Minsu didn't send the letter.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letter wasn’t sent by Minsu.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 wasn’t sent by Minsu.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girl hit the ball.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girl hit the 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ball was hit by the girl.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ball was hit by the girl.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6 · 57번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caught the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수동태 문장은 능동태로, 능동태 문장은 수동태로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caught the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mouse was caught by the cat.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mouse was caught by the cat.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window was broken by a snowball.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broke his window?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window was broken by a snowball.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broke his window?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 snowball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snowball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T-shirt is loved by everyone.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loves a T-shirt?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T-shirt is loved by everyone.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loves a T-shirt?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Everyone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fabric is moved to T-shirt factories.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moves the fabric to T-shirt factories?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fabric is moved to T-shirt factories.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moves the fabric to T-shirt factories?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birds are hunted for food or sport.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hunts many birds for food or sport?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birds are hunted for food or sport.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hunts many birds for food or sport?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Last night, I ordered fried chicken, and it was delivered in less than 30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delivered fried chicken?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Last night, I ordered fried chicken, and it was delivered in less than 30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delivered fried chicken?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Boat Race is usually held every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holds the Boat Race every year?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Boat Race is usually held every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holds the Boat Race every year?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 the school cafeteria, Juliet is picked on by Hugh, the meanest boy at her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At the school cafeteria, who picks on Juliet?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 the school cafeteria, Juliet is picked on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Hugh, the meanest boy at her school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At the school cafeteria, who picks on Juliet?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Hugh, the meanest boy at her school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Rapunzel was a long-haired girl who was locked up in a tower by an old witch.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locked up Rapunzel in a tower?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Rapunzel was a long-haired girl who was locked up in a tower by an old witch.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locked up Rapunzel in a tower?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An old witch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old witch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This festival is supported by many organizations and businesses.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supports this festival?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This festival is supported by many organizations and businesses.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supports this festival?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Many organizations and businesses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organizations and businesses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four-story house was built in 2011.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built this four-story house in 2011?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four-story house was built in 2011.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built this four-story house in 2011?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Dokdo was first recorded as part of Korea in the 500s.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recorded Dokdo as part of Korea in the 500s?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Dokdo was first recorded as part of Korea in the 500s.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recorded Dokdo as part of Korea in the 500s?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Once your hearing is damaged, you may not be able to recover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damages your hearing?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Once your hearing is damaged, you may not be able to recover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damages your hearing?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world was surprised by the first Jamaican bobsleigh team at the 1988 Winter Olympic  Games in Calgary.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surprised the world at the 1988 Winter Olympic Games in Calgary?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The world was surprised by the first Jamaican bobsleigh team at the 1988 Winter Olympic  Games in Calgary.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Q. Who surprised the world at the 1988 Winter Olympic Games in Calgary?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700" b="1" i="0" u="sng">
                <a:solidFill>
                  <a:srgbClr val="C03A2E"/>
                </a:solidFill>
                <a:latin typeface="맑은 고딕"/>
              </a:rPr>
              <a:t>The first Jamaican bobsleigh team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first Jamaican bobsleigh team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This yellow dust is made in the deserts of China and it blows to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What makes this yellow in the deserts of China?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This yellow dust is made in the deserts of China and it blows to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What makes this yellow in the deserts of China?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Her first Harry Potter book was turned down by many publishers.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turned down her first Harry Potter book?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Her first Harry Potter book was turned down by many publishers.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turned down her first Harry Potter book?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Many publishers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publishers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During his time, Monet’s work was not liked by the top artists in Paris.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didn't like Monet’s work?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During his time, Monet’s work was not liked by the top artists in Paris.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didn't like Monet’s work?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The top artists in Paris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top artists in Paris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Many giant tortoises were caught and carried to the ship that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caught and carried giant tortoises to the ship?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Many giant tortoises were caught and carried to the ship that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caught and carried giant tortoises to the ship?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unknown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They met a storm. So their ship was destroyed, and they landed on a deserted island.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What destroyed their ship?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They met a storm. So their ship was destroyed, and they landed on a deserted island.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What destroyed their ship?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A storm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 storm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While Washington was directing the construction of the bridge, he was paralyzed by an accident.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What paralyzed Washington?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While Washington was directing the construction of the bridge, he was paralyzed by an accident.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Q. What paralyzed Washington?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1900" b="1" i="0" u="sng">
                <a:solidFill>
                  <a:srgbClr val="C03A2E"/>
                </a:solidFill>
                <a:latin typeface="맑은 고딕"/>
              </a:rPr>
              <a:t>An accident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 accident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was destroyed by war.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destroyed the old library?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질문에 답하시오.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Animals are raised in the house in Mongolia.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raises animals in the house?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Mongolian people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Coins were first invented in the 7th century B.C. in Lydia.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Who first invented coins in the 7th century B.C. in Lydia? 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unknown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old library was destroyed by war.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Q. What destroyed the old library?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___________________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cleaned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___________________ from wood.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Paper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wood.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There was a fire at the hotel last week. Two of the rooms 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There was a fire at the hotel last week. Two of the rooms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damaged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damaged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_____________ last week but the next day it _______________ by the police.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last week but the next day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stolen, was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saw an accident yesterday. Two people ___________________ to hospital.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cause    give    invite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make    find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saw an accident yesterday. Two people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hospital.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cause    give    invite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make    find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taken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accidents ___________________ by dangerous driving.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Many accidents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caused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by dangerous driving.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caused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Police are looking for the missing boy. He can’t ___________________ anywhere.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Police are looking for the missing boy. He can’t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found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anywhere.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‘Where did you get this picture?’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’It ___________________ to me by a friend of mine.’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‘Where did you get this picture?’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given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me by a friend of mine.’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given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’Did Jim and Sue go to the wedding?’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‘No. They ___________________ but they didn’t go’.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’Did Jim and Sue go to the wedding?’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‘No. They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but they didn’t go’.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’How old is this film?’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‘It ___________________ in 1965.‘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 단어를 알맞은 형태로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clean    steal    take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damage    find    make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’How old is this film?’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‘It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made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1965.‘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made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Your cat doesn’t look 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You’re right. It doesn’t. It should _________________ to the vet. (take)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Your cat doesn’t look well.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You’re right. It doesn’t. It should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taken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the vet. (take)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 taken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Why didn’t she come to your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Because she ________________________. (not, invite).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Why didn’t she come to your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Because she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wasn’t invited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(not, invite).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wasn’t invited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Do they include service in the bill?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service ________________________. (include)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Will they put off the meeting?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Do they include service in the bill?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service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included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(include)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Will they put off the meeting?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included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I’m sure the meeting _____________________________. (put off)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I’m sure the meeting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put off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(put off)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put off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Can we leave our bicycles in the driveway?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No. Bicycles ________________________________________ (leave) in the driveway.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주어진 동사의 수동형을 사용하여 대화를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Did anyone repair the printer yesterday?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repaired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 (repair)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Can we leave our bicycles in the driveway?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No. Bicycles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cannot be left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(leave) in the driveway.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cannot be left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Two bottles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of coke are drunk by him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Two bottles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of coke are drunk by him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many bottles of coke are drunk by him?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many bottles of coke are drunk by him?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flowers aren’t picked by Judy?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flowers aren’t picked by Judy?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flowers picked by Judy?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flowers picked by Judy?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painted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France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painted the picture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France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was the picture painted?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picture painted?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they aren't. These books aren't sold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No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they aren't. These books aren't sold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these books sold in Korea?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these books sold in Korea?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will serve breakfast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 8 o’clock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will serve breakfast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 8 o’clock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What time will breakfast be served?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What time will breakfast be served?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Yes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it was. The letter was written by John.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Yes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, it was. The letter was written by John.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the letter written by John?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the letter written by John?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plates are kept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the cupboard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plates are kept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the cupboard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are the plates kept?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 plates kept?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sent the message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email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sent the message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email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was the message sent?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was the message sent?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Someone will clean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 week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Someone will clean the car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every week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How often will the car be cleaned?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How often will the car be cleaned?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make these toys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London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make these toys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 London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are these toys made?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are these toys made?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plane was flown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over the airfield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밑줄 친 부분을 묻는 수동태 의문문을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was driven by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whom was the car driven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plane was flown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over the airfield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Where was the plane flown?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Where was the plane flown?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wine is made __________ French grapes.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wine is made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from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French grapes.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from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interested __________ making a robot.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interested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making a robot.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cake is covered __________ fresh cream.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cake is covered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fresh cream.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I'm tired __________ this rainy weather.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I'm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this rainy weather.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box is filled __________ books.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box is filled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with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books.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was surprised __________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mother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Emily is excited __________ going on this trip.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Emily is excited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about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going on this trip.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about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Psy was known __________ people around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Psy was known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people around the world.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__________ leather.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of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leather.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__________ the news.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박스에 주어진 단어로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with    at    from    in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of    to    about   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news.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was baked by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Mrs. Dorothy was baked by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baked by → baked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baked by → baked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books are bought by Dad last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books are bought by Dad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bought → were bought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bought → were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your meals cooked by your dad on weekends?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 your meals cooked by your dad on weekends?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Do → 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Do → 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Soccer plays in most countries of the world.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Soccer plays in most countries of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plays → is played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plays → is played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Why did the letter send to the wrong address?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Why did the letter send to the wrong address?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the letter send → was the letter sent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letter send → was the letter sent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and French is spoken in Canada.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English and French is spoken in Canada.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→ 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Jean Valjean was stolen some bread.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Jean Valjean was stolen some bread.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stolen → stole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stolen → stole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painted to Picaso.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picture was painted to Picaso.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→ by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built 100 years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house built 100 years ago.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 → was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Where are you born?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Where are you born?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→ were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are → were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How many languages are speaking in Switzerland?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How many languages are speaking in Switzerland?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speaking → spoken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speaking → spoken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broke into our house, but nothing stolen.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Somebody broke into our house, but nothing stolen.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stolen → was stolen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stolen → was stolen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invented the bicycle?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invented the bicycle?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invented the bicycle → the bicycle invented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invented the bicycle → the bicycle invented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Harry Potter was written J.K. Rowling.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Harry Potter was written J.K. Rowling.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J.K. Rowling → by J.K. Rowling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J.K. Rowling → by J.K. Rowling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forest covered with tall pine trees.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forest covered with tall pine trees.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covered → was covered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covered → was covered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life existed on other planets?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Is life existed on other planets?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life existed → Does life exist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life existed → Does life exist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Eiffel Tower built by a French engineer Gustave Eiffel in 1889.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Eiffel Tower built by a French engineer Gustave Eiffel in 1889.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built → was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built → was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car were made in Korea.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car were made in Korea.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were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were →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was invented to Edison.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bulb was invented to Edison.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→ by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→ by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room cleaned by her?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Did the room cleaned by her?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→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held concerts on Dokdo.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held concerts on Dokdo.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held → held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held → held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will be cleaning by a staff.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room will be cleaning by a staff.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cleaning → cleaned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cleaning → cleaned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rabbit is chasing by a tiger.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rabbit is chasing by a tiger.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chasing → chased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chasing → chased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dog caught by a big mouse.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dog caught by a big mouse.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caught → was caught or caught by → caught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caught → was caught or caught by → caught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pet dog is eaten two candies every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pet dog is eaten two candies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eaten → eats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eaten → eats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food will prepared by them for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lot of food will prepared by them for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prepared → will be prepared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prepared → will be prepared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bridge build?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did the bridge build?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 the bridge build → was the bridge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 the bridge build → was the bridge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wasn't taken his umbrella.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wasn't taken his umbrella.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taken → didn't take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taken → didn't take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bus was appeared around the corner.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 bus was appeared around the corner.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appeared → appeared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appeared → appeared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changed my life completely.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was changed my life completely.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changed → changed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changed → changed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buildings didn't build by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buildings didn't build by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didn't build → weren't built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didn't build → weren't built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seen study English by 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seen study English by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study → to study[studying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study → to study[studying]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will be broken by accident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car will be broken by accident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be →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be →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mom was watered flowers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mom was watered flowers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watered → watered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watered → watered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singer loves by all Koreans.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singer loves by all Koreans.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loves → is loved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loves → is loved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golden mask was finding by Mr. White.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golden mask was finding by Mr. White.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finding → found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finding → found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was the book wrote?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By whom was the book wrote?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wrote → written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wrote → written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will easily solved by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will easily solved by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easily solved → will be easily solved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easily solved → will be easily solved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photos wasn't taken at that moment.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photos wasn't taken at that moment.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wasn't → weren't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wasn't → weren't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Good luck would be bring by good names.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Good luck would be bring by good names.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bring → brought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bring → brought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Lots of energy will saved by solar power.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Lots of energy will saved by solar power.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will saved → will be saved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will saved → will be saved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your computer screen broke?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was your computer screen broke?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broke → broken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broke → broken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will be deliver to you by tomorrow.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will be deliver to you by tomorrow.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deliver → delivered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deliver → delivered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by leather.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bag is made by leather.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of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of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had a new car and a boat.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had a new car and a boat.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had → had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had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isn't satisfied by her apartment.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Jane isn't satisfied by her apartment.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with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satisfied by his excellent performance.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satisfied by his excellent performance.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by → with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by → with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don’t think Mario loved by everybody.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don’t think Mario loved by everybody.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loved → is loved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loved → is loved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49번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was called to Kitty by Jenny.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cat was called to Kitty by Jenny.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Kitty → Kitty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 Kitty → Kitty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shop is opened next week.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shop is opened next week.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→ will 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→ will be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12 · 51번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America discovered by?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Who America discovered by?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Who → Who was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Who → Who was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편지들은 어제 그의 의해 읽혀졌다.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read, letters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편지들은 어제 그의 의해 읽혀졌다.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read, letters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letters were read by him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letters were read by him yesterday.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기계는 나의 아버지에 의해서 발명되었다.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machine, invent, father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기계는 나의 아버지에 의해서 발명되었다.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machine, invent, father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machine was invented by my father.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machine was invented by my father.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오렌지는 한국으로 수입된다.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oranges, import, into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오렌지는 한국으로 수입된다.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oranges, import, into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Oranges are imported into Korea.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Oranges are imported into Korea.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희곡은 William Shakespeare에 의해 쓰였다.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play, write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희곡은 William Shakespeare에 의해 쓰였다.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play, write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play was written by William Shakespeare.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play was written by William Shakespeare.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며칠 전 나는 개한테 물렸다.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__________ __________ a few days ago.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며칠 전 나는 개한테 물렸다.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bite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bitten by a dog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few days ago.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bitten by a dog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전화는 언제 발명되었습니까?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telephone, invent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전화는 언제 발명되었습니까?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telephone, invent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was the telephone invented?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When was the telephone invented?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프랑스어는 캐나다에서 사용된다.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speak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프랑스어는 캐나다에서 사용된다.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speak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French is spoken in Canada.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French is spoken in Canada.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문은 John에 의해 잠겼다.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door, lock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문은 John에 의해 잠겼다.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door, lock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door was locked by John.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door was locked by John.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아이들은 경찰에 의해 발견되었다.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find, the police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아이들은 경찰에 의해 발견되었다.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find,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children were found by the police.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children were found by the police.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약속은 모든 사람에 의해 지켜졌다.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promise, keep, everybody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약속은 모든 사람에 의해 지켜졌다.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promise, keep, everybody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promise was kept by everybody.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promise was kept by everybody.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장면에서 많은 배우들이 부상을 입었다.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actor, injure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__________ __________ __________ __________ at the scene.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장면에서 많은 배우들이 부상을 입었다.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actor, injure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Many actors were injured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at the scene.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Many actors were injured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그들은 종이가 중국 사람들에 의해 발명되었다고 믿었다.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believe, a paper, invent, Chinese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그들은 종이가 중국 사람들에 의해 발명되었다고 믿었다.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believe, a paper, invent, Chinese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believed a paper was invented by Chinese.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They believed a paper was invented by Chinese.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쿠키들은 우리 엄마에 의해 구워졌다.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cookies, bake, my mom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이 쿠키들은 우리 엄마에 의해 구워졌다.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these cookies, bake, my mom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These cookies were baked by my mom.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These cookies were baked by my mom.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P1 · Part 13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1. 수동태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어제, 그 의자들은 민수에 의해서 부서졌다.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break, Minsu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Yesterday, __________ __________ __________ __________ 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어제, 그 의자들은 민수에 의해서 부서졌다.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break, Minsu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 Yesterday,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chairs were broken by Minsu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chairs were broken by Minsu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2.  so ~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「so+형용사/부사+that」은 ‘너무 ~해서 …하다’라는 의미로, that 다음에는 「주어+동사」의 절이 온다.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detailed that the honeybee looked alive.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그것은 너무 세밀해서 꿀벌이 살아 있는 것처럼 보였다.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This museum is so amazing that you will never forget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이 박물관은 너무 놀라워서 당신은 절대 잊지 못할 것이다.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hot that I couldn’t go out.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너무 더워서 나는 밖에 나갈 수 없었다.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He speaks so clearly that everyone can understand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그는 너무 분명하게 말해서 모두가 그를 이해할 수 있다.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movie was boring.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fell asleep.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movie was boring.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fell asleep.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was so boring that I fell asleep.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was so boring that I fell asleep.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This computer is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This computer is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 carry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computer is so small that I can carry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computer is so small that I can carry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coffee was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drink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coffee was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drink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coffee was so hot that she couldn't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coffee was so hot that she couldn't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studied very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passed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studied very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passed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studied so hard that she passed the exam.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studied so hard that she passed the exam.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table was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move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table was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move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table was so heavy that I couldn't move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table was so heavy that I couldn't move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questions are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answer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questions are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answer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questions are so difficult that I can't answer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questions are so difficult that I can't answer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Jack was injured so badly.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had to be in the hospital for a few months.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Jack was injured so badly.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had to be in the hospital for a few months.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Jack was injured so badly that he had to be in the hospital for a few months.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Jack was injured so badly that he had to be in the hospital for a few months.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Today was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 hardly 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Today was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 hardly 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Today was so warm that I could hardly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Today was so warm that I could hardly 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tired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fall asleep.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tired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fall asleep.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so tired last night that I couldn't fall asleep.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tired last night that I couldn't fall asleep.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was very thirsty.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decided to have a lot of water.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was very thirsty.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decided to have a lot of water.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Jenny was so thirsty that she decided to have a lot of water.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Jenny was so thirsty that she decided to have a lot of water.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Two hours are very short.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can't discuss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Two hours are very short.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can't discuss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Two hours are so short that we can't discuss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Two hours are so short that we can't discuss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animal moves very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People can't see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animal moves very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People can't see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animal moves so quickly that people can't see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animal moves so quickly that people can't see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spoke so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understand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spoke so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understand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spoke so quickly that I couldn't understand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spoke so quickly that I couldn't understand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lecture was very interesting.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listened to it carefully.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lecture was very interesting.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listened to it carefully.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lecture was so interesting that Jenny listened to it carefully.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lecture was so interesting that Jenny listened to it carefully.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You run very fast.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follow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You run very fast.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follow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You run so fast that I can't follow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run so fast that I can't follow you.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Gangnam becomes popular.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Thousands of tourists visit there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Combine the two sentences using ‘too ~ to’: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문장을 ‘too ~ to …’ 구문을 사용하여 한 문장으로 만드시오.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Gangnam becomes popular.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Thousands of tourists visit there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Combine the two sentences using ‘too ~ to’: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문장을 ‘too ~ to …’ 구문을 사용하여 한 문장으로 만드시오.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Gangnam becomes so popular that thousands of tourists visit there every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Gangnam becomes so popular that thousands of tourists visit there every 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is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can't take a break.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is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can't take a break.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too busy to take a break.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busy to take a break.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hungry.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say a word.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hungry.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say a word.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too hungry to say a word.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too hungry to say a word.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has become very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cannot wear her old clothes.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has become very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cannot wear her old clothes.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has become too fat to wear her old clothes.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has become too fat to wear her old clothes.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was very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couldn’t perform well on stage.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was very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couldn’t perform well on stage.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was too nervous to perform well on stage.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too nervous to perform well on stage.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Judy arrived very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couldn’t catch the train.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Judy arrived very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couldn’t catch the train.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arrived too late to catch the train.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arrived too late to catch the train.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Her behaviour was very rude.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tolerate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Her behaviour was very rude.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tolerate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Her behaviour was too rude for me to tolerate.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Her behaviour was too rude for me to tolerate.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weather was very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didn’t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weather was very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didn’t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weather was too hot for us to go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weather was too hot for us to go out.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problem was very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solve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problem was very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too difficult for me to solve.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solve.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love Korean houses because the floors are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floors are ____________ ____________ that I love Korean houses.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love Korean houses because the floors are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floors are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warm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love Korean houses.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warm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dark, so he turned on the light.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It was ____________ ____________ ____________  he turned on the light.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dark, so he turned on the light.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It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dark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he turned on the light.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dark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speaks so fast, I can't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speaks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speaks so fast, I can't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speaks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 that I can't understand her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 that I can't understand 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movie was exciting, I wanted to watch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movie was ____________ ____________ ____________ I wanted to watch it again.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movie was exciting, I wanted to watch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exciting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 wanted to watch it again.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exciting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couldn't go to school because I was very sick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was so __________ __________ __________ __________ go to school yesterday.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couldn't go to school because I was very sick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sick that I couldn’t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 to school yesterday.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sick that I couldn’t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was very sick, she couldn't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was ____________ ____________ ____________ ____________ ____________ ____________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was very sick, she couldn't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 that she couldn't go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 that she couldn't go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wind was so strong, it blew my hat off my head.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wind was ____________ ____________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wind was so strong, it blew my hat off my head.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wind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strong that it blew my hat off my head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 that it blew my hat off my head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I became so close to my homestay family, it was hard to say good-bye.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became ___________ ___________ ___________ ___________ ___________ ___________ ___________ ___________ __________ __________ to say good-bye.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I became so close to my homestay family, it was hard to say good-bye.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became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close to my homestay family that it was hard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say good-bye.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close to my homestay family that it was hard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______________ that I couldn’t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excited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couldn’t 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excited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rain was so ______________ that it made our picnic impossible.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rain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heavy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made our picnic impossible.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walked so ______________ that he couldn’t catch up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clearly    dark    bright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walked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couldn’t catch up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clearly    dark    bright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so ______________ that I couldn't see his face.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dark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couldn't see his face.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dark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was so ______________ that she had to cover her eyes.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bright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had to cover her eyes.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Our teacher speaks so ______________ that everyone can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boring    beautiful    horrible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   easy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Our teacher speaks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clearly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everyone can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boring    beautiful    horrible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   easy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clearly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are so ______________ that I can’t get my eyes off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beautiful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can’t get my eyes off you.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test was so ______________ that I didn't need to check my answers.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test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easy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didn't need to check my answers.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easy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had such a ______________ day that we felt depressed.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had such a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horrible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day that we felt depressed.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horrible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programmes are so ______________ that nobody watches them.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programmes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boring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nobody watches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boring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have grown so ______________ that I hardly recognized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    hot    poor    busy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have grown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much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hardly recognized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    hot    poor    busy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to go shopping.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go shopping.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busy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 just too _____________ to sleep in summer.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 just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sleep in summer.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______________ to walk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tired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walk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tired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children are too ______________ to buy toys that they want.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tall    sleepy    nervous     interesting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expensive    heavy    cold    hot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children are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poor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buy toys that they want.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tall    sleepy    nervous     interesting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expensive    heavy    cold    hot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poor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______________  to focus in the class.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sleepy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focus in the class.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sleepy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 to do well on the test.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do well on the test.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is too ______________  to go through the tunnel.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is too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tall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 to go through the tunnel.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______________ that I can finish it in a 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can finish it in a day.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interesting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weather was so ______________ that the river froze.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weather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cold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the river froze.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axe was so ______________ that no one could lift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axe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heavy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no one could lift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road surface became so ______________ that it melted.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road surface became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melted.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ring is so ______________ that James can't buy it for his girlfriend.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ring is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expensive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James can't buy it for his girlfriend.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expensive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angry that he couldn't speak.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angry ____________ speak.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angry that he couldn't speak.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angry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speak.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tired that I can't walk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tired ____________ walk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tired that I can't walk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walk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was so heavy that it couldn't cross the bridge.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truck was ____________ heavy ____________ _______________ the bridge.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was so heavy that it couldn't cross the bridge.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truck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cross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bridge.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 cross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Calvin is so shy that he can't get along with his classmates.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Calvin is ____________ ____________ ____________ get along with his classmates.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Calvin is so shy that he can't get along with his classmates.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Calvin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shy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get along with his classmates.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shy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little boy is so short that he can't reach the shelf.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little boy is ____________ ____________ ____________ reach the shelf.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little boy is so short that he can't reach the shelf.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little boy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short to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reach the shelf.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short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big that he can't wear the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is ____________ ____________ ____________ ____________ the jeans.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big that he can't wear the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big to wear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jeans.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to wear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busy that I can't play tennis with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____________ ____________ ____________ ____________ with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busy that I can't play tennis with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busy to play tennis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with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busy to play tennis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difficult that I cannot read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book is ____________ ____________ for me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difficult that I cannot read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book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difficult,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for me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read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difficult, to read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blue shirt is so big that I can't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blue shirt is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blue shirt is so big that I can't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blue shirt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big for me to wear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for me to wear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 is so hot that she can’t touch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plate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 is so hot that she can’t touch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plate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too hot for her to touch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too hot for her to touch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too surprised to say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Junho was ____________ surprised ____________ he couldn't say anything.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too surprised to say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Junho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surprised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couldn't say anything.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James is too shy to speak to strangers.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James is ____________ _____________ ____________ he can't speak to strangers.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James is too shy to speak to strangers.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James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shy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can't speak to strangers.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shy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tired to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tired ____________ he ____________ clean the room.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tired to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clean the room.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nervous that he ____________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nervous that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sleep.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too dark to follow the bear's tracks.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It was ____________ dark ____________ we ____________ follow the bear's tracks.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too dark to follow the bear's tracks.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It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dark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follow the bear's tracks.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Adam is too young to travel long distances.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Adam is ____________ young ____________ he ____________ travel long distances.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Adam is too young to travel long distances.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Adam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young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travel long distances.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box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 is ____________ heavy ____________ I ____________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box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carry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Yun is too poor to buy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Mr. Yun is ____________ ____________ ____________ he ____________ buy a house.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Yun is too poor to buy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Mr. Yun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poor that,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buy a house.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poor that,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tired to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Judy was ____________ ____________ that ____________ ____________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tired to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Judy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tired,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go out.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tired, she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exhausted to go up to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was ____________ ____________ ____________ ____________ ____________ ____________ up to the top of the mountain.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exhausted to go up to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exhausted that I couldn't go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up to the top of the mountain.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exhausted that I couldn't go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man was too ambitious to be satisfied with the prize.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man was ____________ ____________ ____________ ____________ ____________ ____________ satisfied with the prize.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man was too ambitious to be satisfied with the prize.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man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ambitious that he couldn't be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satisfied with the prize.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ambitious that he couldn't be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Tommy is too young to drive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Tommy is ____________ ____________ ____________ ____________ ____________ drive a car.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Tommy is too young to drive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Tommy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young that he can't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drive a car.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young that he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short to reach the books.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short to reach the books.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short that he couldn't reach the books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short that he couldn't reach the books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young to walk.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young to walk.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young that he couldn't walk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young that he couldn't walk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waves are too high for boats to leave the 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waves are so __________ __________ __________ __________ __________ __________ 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waves are too high for boats to leave the 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waves are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high that boats can’t leave the port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high that boats can’t leave the port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too short to press the button.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so ____________ that ____________ _____________ ____________ the button.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too short to press the button.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short,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couldn't press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button.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short, she couldn't press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was too busy to eat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Kevin was so busy ____________ ____________ ____________ ____________ ____________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was too busy to eat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Kevin was so busy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he couldn't eat lunch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he couldn't eat lunch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were ____________ ____________ that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were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nervous,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they couldn't sleep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nervous, they couldn't sleep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is too hard for her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problem is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is too hard for her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problem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hard that she can’t solve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hard that she can’t solve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went to the zoo because the weather was so nice.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weather was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went to the zoo because the weather was so nice.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weather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nice that we went to the zoo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 that we went to the zoo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problem is too difficult for me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problem ____________ ____________ ____________ ____________ ____________ ____________ ____________ 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problem is too difficult for me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problem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so difficult that I can't solve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so difficult that I can't solve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shouted at the audience because she got so angry.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____________ ____________ ____________ she shouted at the audience.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shouted at the audience because she got so angry.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angry that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she shouted at the audience.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angry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table is ____________ heavy ____________ ____________ ____________ ____________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table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heavy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I can’t carry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I can’t carry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 was too tired to walk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Cathy was ____________ tired ____________ ____________ ____________ walk the dog.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 was too tired to walk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Cathy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tired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she couldn't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walk the dog.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she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bird was very weak. So it couldn't catch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____________ ____________ the worm.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bird was very weak. So it couldn't catch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weak to catch,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weak that it couldn't catch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worm.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weak to catch, so weak that it couldn't catch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keep my eyes open.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I was so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I was _____________________________________________.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keep my eyes open.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I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sleepy that I couldn't keep my eyes open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sleepy to keep my eyes open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sleepy that I couldn't keep my eyes open   /   (2) too sleepy to keep my eyes open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summer holiday last year.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summer holiday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She was so busy that she couldn't take summer holiday last year.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She was too busy to take summer holiday last year.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busy that she couldn't take summer holiday last year.   /   (2) She was too busy to take summer holiday last year.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do my homework.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sick that I couldn't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I was too sick to do my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 was so sick that I couldn't do my homework.   /   (2) I was too sick to do my homework.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girl was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sit still.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girl ___________________________________________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girl was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sit still.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girl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was so nervous that she couldn't sit still (2) The girl was too nervous to sit still.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was so nervous that she couldn't sit still   /   (2) The girl was too nervous to sit still.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were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couldn't go to the party.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were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couldn't go to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We were so late that we couldn't go to the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We were too late to go to the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We were so late that we couldn't go to the party.   /   (2) We were too late to go to the party.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so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focus in class.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so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focus in class.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sleepy that I couldn’t focus in class.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I was too sleepy to focus in class.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sleepy that I couldn’t focus in class.   /   (2) I was too sleepy to focus in class.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exhausted.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care of her two brothers any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exhausted.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care of her two brothers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She was so exhausted that she couldn't take care of her two brothers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She was too exhausted to take care of her two brothers any 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exhausted that she couldn't take care of her two brothers any more.   /   (2) She was too exhausted to take care of her two brothers any more.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bags are very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can't carry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bags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bags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bags are very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can't carry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bags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are so heavy that she can’t carry them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bags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heavy for her to carry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are so heavy that she can’t carry them   /   (2) too heavy for her to carry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book is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book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book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book is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so difficult that I can’t understand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book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is too difficult for me to understand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is so difficult that I can’t understand it   /   (2) is too difficult for me to understand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shirt was very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wear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shirt was very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The shirt was so small that I couldn't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(2) The shirt was too small for me to wear.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The shirt was so small that I couldn't wear it.   /   (2) The shirt was too small for me to wear.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늙어서 빨리 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She was so 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She was ___________________________________________.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늙어서 빨리 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She was so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old that she couldn't run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She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old to run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old that she couldn't run fast   /   (2) too old to run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Sally는 너무 아파서 밖에 나갈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Sally was __________________________________________.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Sally was __________________________________________.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Sally는 너무 아파서 밖에 나갈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Sally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 that she couldn't go 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Sally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sick to go out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so sick that she couldn't go out   /   (2) too sick to go out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물은 너무 뜨거워서 내가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water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water _________________________________________.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물은 너무 뜨거워서 내가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water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hot that I couldn't drink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water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too hot for me to drink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hot that I couldn't drink it   /   (2) was too hot for me to drink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나는 내 아들과 함께 놀아주기에 너무나 바빴다.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나는 내 아들과 함께 놀아주기에 너무나 바빴다.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so busy that I couldn't play with my son.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(1) I was too busy to play with my son.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busy that I couldn't play with my son.   /   (1) I was too busy to play with my son.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노트북은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laptop 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laptop ________________________________________.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노트북은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laptop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so expensive that I couldn’t buy it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laptop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was too expensive for me to 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expensive that I couldn’t buy it   /   (2) was too expensive for me to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young that she can`t go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young that she can`t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too young to go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young to go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full to drink a glass of water.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full to drink a glass of water.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was so full that she couldn't drink a glass of water.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full that she couldn't drink a glass of water.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was so shy that he couldn’t ask out Anne for a date.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was so shy that he couldn’t ask out Anne for a date.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Tom was too shy to ask out Anne for a date.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Tom was too shy to ask out Anne for a date.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Amelia was so weak that she couldn‘t travel long distance.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Amelia was so weak that she couldn‘t travel long distance.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Amelia was too weak to travel long distance.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Amelia was too weak to travel long distance.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daughter is too young to go to school.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daughter is too young to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daughter is so young that she can’t go to school.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daughter is so young that she can’t go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polite that she can't refuse the proposal.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polite that she can't refuse the proposal.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too polite to refuse the proposal.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polite to refuse the proposal.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 was too hot for me to drink.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 was too hot for me to drink.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tea was so hot that I couldn’t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tea was so hot that I couldn’t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are so tired that we can’t walk anymore.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are so tired that we can’t walk anymore.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 are too tired to walk anymore.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too tired to walk anymore.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Lucy was too lazy to finish the work on time.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Lucy was too lazy to finish the work on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Lucy was so lazy that she couldn’t finish the work on time.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Lucy was so lazy that she couldn’t finish the work on time.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was so difficult that I couldn’t find the answer.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was so difficult that I couldn’t find the answer.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too difficult for me to find the answer.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find the answer.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stone is so heavy that you can't lift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stone is so heavy that you can't lift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stone is too heavy for you to lift.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stone is too heavy for you to lift.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too arrogant to speak to us.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too arrogant to speak to 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She is so arrogant that she can’t speak to us.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so arrogant that she can’t speak to 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that I couldn't watch all the way to the 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that I couldn't watch all the way to the 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was too boring for me to watch all the way to the 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movie was too boring for me to watch all the way to the end.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poor that he can't buy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poor that he can't buy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too poor to buy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poor to buy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pants are too tight for him to wear.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pants are too tight for him to wear.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pants are so tight that he can't wear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pants are so tight that he can't wear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I finished cleaning, I was too tired to exercise.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I finished cleaning, I was too tired to exercise.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When I finished cleaning, I was so tired that I couldn't exercise.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When I finished cleaning, I was so tired that I couldn't exercise.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too proud to admit his fault.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too proud to admit his fault.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is so proud that he can’t admit his fault.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so proud that he can’t admit his fault.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news is too good to be true.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news is too good to be true.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This news is so good that it cannot be true.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news is so good that it cannot be true.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hopeless to learn anything.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hopeless to learn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He was so hopeless that he couldn't learn anything.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hopeless that he couldn't learn anything.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was so tired that he couldn't drive.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was so tired that he couldn't drive.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My father was too tired to drive.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father was too tired to drive.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friends warned him that the fox was too mean to be a friend.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friends warned him that the fox was too mean to be a friend.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His friends warned him that the fox was so mean that he[she] couldn’t be a friend.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His friends warned him that the fox was so mean that he[she] couldn’t be a friend.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sweater was ___________________________ that Kate couldn't ______________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sweater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expensive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Kate couldn't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expensive,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___________________________ that he could _____________ in first.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could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come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first.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come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Susie was ___________________________ that she couldn’t _______________ even a step.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busy    early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attend    get    follow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Susie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shocked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couldn’t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even a step.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busy    early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attend    get    follow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shocked, move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runs ___________________________ that Hanna can't _______________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runs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fast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Hanna can't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follow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follow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could not ______________ the meeting.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 not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attend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the meeting.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attend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arrived ___________________________ that she could _______________ a good seat.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strong    stay    hot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burn    blow    sick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arrived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early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could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get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a good seat.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strong    stay    hot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burn    blow    sick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early, get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wind was ___________________________ that it ______________ my hat off my head.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strong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blew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hat off my 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strong, blew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___________________________ that It ______________ my tongue.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hot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burned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my tongue.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hot, burned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___________________________ that I had to ______________ in bed all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forget    loud    love    touched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busy    nice    hear    cry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sick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had to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stay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in bed all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forget    loud    love    touched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busy    nice    hear    cry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sick, stay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almost ______________.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touched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she almost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cried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touched, cried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Jiseop’s voice is ___________________________ that it can ________________ from far away.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Jiseop’s voice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loud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it can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 heard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from far away.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loud, be heard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Jihun was ___________________________ that he ______________ to do his homework.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Jihun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busy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he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forgot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to do his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forgot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Sungkyu is ___________________________ that everyone ______________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Sungkyu is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nice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everyone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loves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nice, loves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Kim is so kind that his students like.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Kim is so kind that his students like.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like → like him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 → like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place was beautiful so that they wanted to live there.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place was beautiful so that they wanted to live there.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beautiful so → so beautiful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 so → so beautiful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is so young that can't see the movie.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is so young that can't see the movie.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that can't → that he can't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can't → that he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bus started so sudden that I fell over.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bus started so sudden that I fell over.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sudden → suddenly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sudden → suddenly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busy that she can't call him.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busy that she can't call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bag was so expensive that he couldn't buy.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bag was so expensive that he couldn't buy.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couldn't buy → couldn't buy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couldn't buy → couldn't buy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pretty that I can't be angry at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pretty that I can't be angry at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so hot that we couldn't eat.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so hot that we couldn't 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eat → eat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eat → eat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 was so well that I accepted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 was so well that I accepted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well → good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well → good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actor was so nervously that he forgot what to do next.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actor was so nervously that he forgot what to do next.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nervously → nervous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is so difficult that I can't read.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is so difficult that I can't read.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read → read 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read → read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box is too big for her to carry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box is too big for her to carry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carry it → carry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carry it → carry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question is too easy that I can answer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question is too easy that I can answer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so difficult to interest readers.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so difficult to interest readers.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busy answering the phone.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busy answering the phone.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answering → to answer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answering → to answer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was too heavy for me to move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was too heavy for me to move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move it → move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 it → move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Minji was so shocked that she can’t say a word.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Minji was so shocked that she can’t say a word.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can’t → couldn’t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can’t → couldn’t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Mary was so busy to have lunch.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Mary was so busy to have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doll was so cute that I buy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doll was so cute that I buy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 → bought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 →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poor buying the bag.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poor buying the bag.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buying → to buy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buying → to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dress is too small for her to wear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dress is too small for her to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wear it → wear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wear it → wear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too late that I can't play the piano.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too late that I can't play the piano.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busy to go to the movie today.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busy to go to the movie today.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too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thirsty to want to drink something.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thirsty to want to drink something.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 want to drink something → that he wanted to drink something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to want to drink something → that he wanted to drink something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rained so hard that I can't go out.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rained so hard that I can't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runs too fast that we can't catch 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runs too fast that we can't catch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for him to sleep.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for him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for him to sleep → that he slept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for him to sleep → that he slept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eyes were very painful that I went to see a doctor.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eyes were very painful that I went to see a doctor.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very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soup was too hot that I couldn't eat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soup was too hot that I couldn't eat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full that he can't eat anything more.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full that he can't eat anything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kind that he could take me home.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kind that he could take me home.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amazing that we would never forget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amazing that we would never forget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very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too good that I couldn't put it down.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too good that I couldn't put it down.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was so shy that he can't ask a question to his teacher.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was so shy that he can't ask a question to his teacher.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→ couldn't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I’m too nervous that I can’t sleep at night.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I’m too nervous that I can’t sleep at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too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threw the ball so fast that I can't catch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threw the ball so fast that I can't catch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can't catch → couldn't catch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catch → couldn't catch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speak so fastly that I can't follow you.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speak so fastly that I can't follow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fastly → fast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fastly →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was such amusing that I read it twice.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was such amusing that I read it twice.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such → so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such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tired that she goes to bed early.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tired that she goes to bed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goes → went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goes → went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tall so that he could touch the ceiling.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tall so that he could touch the ceiling.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tall so that → so tall that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 so that → so tall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exam was too difficult to finish it in 50 minutes.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exam was too difficult to finish it in 50 minutes.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finish it  → finish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finish it  → finish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was so a difficult problem that nobody solved it.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was so a difficult problem that nobody solved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→ such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such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nervously that I couldn't do my best at the exam.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nervously that I couldn't do my best at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nervously → nervous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배우는 너무 긴장해서 그의 대사를 잊었다.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lines, nervous, actor, he, his, was, that, forgot, so)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배우는 너무 긴장해서 그의 대사를 잊었다.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actor was so nervous that he forgot his lines.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actor was so nervous that he forgot his lines.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너무 바빠서 그녀의 생일 파티에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(birthday, that, her, he, so, to, was, busy, go, he, couldn't, party)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너무 바빠서 그녀의 생일 파티에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He was so busy that he couldn't go to her birthday party.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busy that he couldn't go to her birthday party.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책이 너무 재미있어서 몇 시간 만에 다 읽었다.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(reading, was, within, so, the, a few, book, I, interesting, hours, that, finished, it)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책이 너무 재미있어서 몇 시간 만에 다 읽었다.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book was so interesting that I finished reading it within a few hours.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book was so interesting that I finished reading it within a few hours.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Cathy는 타자를 너무 빨리 쳐서 우리는 그녀의 손가락을 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(Cathy, couldn't, fast, her, that, see, typed, so, we  fingers)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Cathy는 타자를 너무 빨리 쳐서 우리는 그녀의 손가락을 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Cathy typed so fast that we couldn't see her fingers.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Cathy typed so fast that we couldn't see her fingers.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그곳은 너무나 예뻐서 그들은 거기에 살고 싶었다.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live, beautiful, so, they, was, wanted, that, to, place, there)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그곳은 너무나 예뻐서 그들은 거기에 살고 싶었다.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place was so beautiful that they wanted to live there.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place was so beautiful that they wanted to live there.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 동생은 너무 어려서 그 영화를 볼 수 없다.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(movie, is, brother, so, that, the, my, see, can't, young, he)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 동생은 너무 어려서 그 영화를 볼 수 없다.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My brother is so young that he can't see the movie.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brother is so young that he can't see the movie.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Jack은 너무 작아서 놀이기구를 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(get, be, the, to, short, Jack, ride, on, too)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Jack은 너무 작아서 놀이기구를 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Jack was too short to get on the ride.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Jack was too short to get on the ride.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나의 할머니는 아주 현명하셔서 모든 사람들이 그녀를 존경한다.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(everyone, grandma, respect, wise, her, my, that, is, so)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나의 할머니는 아주 현명하셔서 모든 사람들이 그녀를 존경한다.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My grandma is so wise that everyone respects 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grandma is so wise that everyone respects 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놀라서 한 발자국조차 움직일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(move, shock, be, can, step, she, she, not, so, a, even, that)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놀라서 한 발자국조차 움직일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She was so shocked that she could not move even a step.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so shocked that she could not move even a step.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길은 너무 질척해서 걸어가기 매우 힘들다.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(on, so, to, that, is, walk, sloppy, the road, is, hard, it, very)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길은 너무 질척해서 걸어가기 매우 힘들다.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The road is so sloppy that it is very hard to walk 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road is so sloppy that it is very hard to walk 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수학 문제들이 너무 어려워서 그가 풀 수가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(math, problems, so, he, couldn't, them, solve, difficult, were, that)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수학 문제들이 너무 어려워서 그가 풀 수가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 u="sng">
                <a:solidFill>
                  <a:srgbClr val="C03A2E"/>
                </a:solidFill>
                <a:latin typeface="맑은 고딕"/>
              </a:rPr>
              <a:t>Math problems were so difficult that he couldn't solve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Math problems were so difficult that he couldn't solve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음악이 너무 커서 나는 공부할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too, loud, for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음악이 너무 커서 나는 공부할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too, loud, for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music was too loud for me to study.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music was too loud for me to study.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Mike는 너무 배고파서 아무것도 떠올릴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think of, anything else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Mike는 너무 배고파서 아무것도 떠올릴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think of, anything else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Mike was so hungry that he couldn’t think of anything else.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 was so hungry that he couldn’t think of anything else.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그것은 무척 쉬워서 누구든 할 수 있어.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it’s, easy, anyone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그것은 무척 쉬워서 누구든 할 수 있어.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it’s, easy, anyone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It's so easy that anyone can do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It's so easy that anyone can do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여자는 힘이 아주 세서 가방들을 나를 수 있었다.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woman, that, carry, the bags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여자는 힘이 아주 세서 가방들을 나를 수 있었다.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woman, that, carry, the bags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woman was so strong that she could carry the bags.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woman was so strong that she could carry the bags.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개는 너무 기뻐서 높이 뛰었다.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happy, high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개는 너무 기뻐서 높이 뛰었다.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happy, high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dog was so happy that it jumped high.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dog was so happy that it jumped high.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문제는 너무 어려워서 나는 풀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difficult, that, solve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문제는 너무 어려워서 나는 풀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difficult, that, solve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problem was so difficult that I couldn't solve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so difficult that I couldn't solve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매우 배가 고파서 많은 간식을 먹었다.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eat, a lot of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매우 배가 고파서 많은 간식을 먹었다.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eat, a lot of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was so hungry that I ate a lot of snack.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hungry that I ate a lot of snack.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Judy는 너무 아파서 일하러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go, work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Judy는 너무 아파서 일하러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go, work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Judy was so sick that she couldn't go to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sick that she couldn't go to 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553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Amy는 너무 피곤해서 그녀의 숙제를 끝낼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tired, finish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Amy는 너무 피곤해서 그녀의 숙제를 끝낼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tired, finish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Amy was so tired that she couldn't finish her homework.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Amy was so tired that she couldn't finish her homework.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554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영화배우는 너무 유명해서 모든 사람들은 그를 만나고 싶어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star, famous, that, everyone, see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영화배우는 너무 유명해서 모든 사람들은 그를 만나고 싶어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star, famous, that, everyone, see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movie star is so famous that everyone wants to see him.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star is so famous that everyone wants to see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555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자전거는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bike, expensive, that, buy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자전거는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bike, expensive, that,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bike was so expensive that I couldn't buy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bike was so expensive that I couldn't buy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556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강의 물은 너무 더러워서 우리는 그것을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water, in, dirty, that, drink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강의 물은 너무 더러워서 우리는 그것을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water, in, dirty, that, drink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water in the river was so dirty that we couldn't drink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water in the river was so dirty that we couldn't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557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인간이 되는 것은 너무 어려워서 너는 힘든 시간을 겪을지도 몰라.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human, difficult, that, might, hard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인간이 되는 것은 너무 어려워서 너는 힘든 시간을 겪을지도 몰라.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human, difficult, that, might, hard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Being a human is so difficult that you might have a hard time.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Being a human is so difficult that you might have a hard time.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558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왕자님을 너무 사랑해서 그를 위해 어떤 것도 할 수 있어!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prince, much, that, would, for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왕자님을 너무 사랑해서 그를 위해 어떤 것도 할 수 있어!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prince, much, that, would, for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love the prince so much that I would do anything for him!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love the prince so much that I would do anything for him!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559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재킷이 너무 작아서 나는 그것을 입을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small, that, wear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재킷이 너무 작아서 나는 그것을 입을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small, that, wear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jacket was so small that I couldn't wear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jacket was so small that I couldn't wear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560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모자들이 너무 비싸서 나는 그것들을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hats, so, buy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모자들이 너무 비싸서 나는 그것들을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hats, so,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hats were so expensive that I couldn't buy them.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hats were so expensive that I couldn't buy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561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게임은 너무 흥미진진해서 우리는 그것을 하는 것을 멈출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excite, that, stop, play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게임은 너무 흥미진진해서 우리는 그것을 하는 것을 멈출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excite, that, stop, play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The game was so exciting that we could not stop playing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game was so exciting that we could not stop playing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562 / 562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공포영화를 너무 좋아해서 일요일마다 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like, horror, much, that watch, ones, on</a:t>
            </a:r>
          </a:p>
        </p:txBody>
      </p:sp>
      <p:sp>
        <p:nvSpPr>
          <p:cNvPr id="7" name="reveal_1_en_ov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공포영화를 너무 좋아해서 일요일마다 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like, horror, much, that watch, ones, on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I like horror movies so much that I watch ones on Sundays.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like horror movies so much that I watch ones on Sundays.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