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55.xml" ContentType="application/vnd.openxmlformats-officedocument.presentationml.slide+xml"/>
  <Override PartName="/ppt/slides/slide456.xml" ContentType="application/vnd.openxmlformats-officedocument.presentationml.slide+xml"/>
  <Override PartName="/ppt/slides/slide457.xml" ContentType="application/vnd.openxmlformats-officedocument.presentationml.slide+xml"/>
  <Override PartName="/ppt/slides/slide458.xml" ContentType="application/vnd.openxmlformats-officedocument.presentationml.slide+xml"/>
  <Override PartName="/ppt/slides/slide459.xml" ContentType="application/vnd.openxmlformats-officedocument.presentationml.slide+xml"/>
  <Override PartName="/ppt/slides/slide46.xml" ContentType="application/vnd.openxmlformats-officedocument.presentationml.slide+xml"/>
  <Override PartName="/ppt/slides/slide460.xml" ContentType="application/vnd.openxmlformats-officedocument.presentationml.slide+xml"/>
  <Override PartName="/ppt/slides/slide461.xml" ContentType="application/vnd.openxmlformats-officedocument.presentationml.slide+xml"/>
  <Override PartName="/ppt/slides/slide462.xml" ContentType="application/vnd.openxmlformats-officedocument.presentationml.slide+xml"/>
  <Override PartName="/ppt/slides/slide463.xml" ContentType="application/vnd.openxmlformats-officedocument.presentationml.slide+xml"/>
  <Override PartName="/ppt/slides/slide464.xml" ContentType="application/vnd.openxmlformats-officedocument.presentationml.slide+xml"/>
  <Override PartName="/ppt/slides/slide465.xml" ContentType="application/vnd.openxmlformats-officedocument.presentationml.slide+xml"/>
  <Override PartName="/ppt/slides/slide466.xml" ContentType="application/vnd.openxmlformats-officedocument.presentationml.slide+xml"/>
  <Override PartName="/ppt/slides/slide467.xml" ContentType="application/vnd.openxmlformats-officedocument.presentationml.slide+xml"/>
  <Override PartName="/ppt/slides/slide468.xml" ContentType="application/vnd.openxmlformats-officedocument.presentationml.slide+xml"/>
  <Override PartName="/ppt/slides/slide469.xml" ContentType="application/vnd.openxmlformats-officedocument.presentationml.slide+xml"/>
  <Override PartName="/ppt/slides/slide47.xml" ContentType="application/vnd.openxmlformats-officedocument.presentationml.slide+xml"/>
  <Override PartName="/ppt/slides/slide470.xml" ContentType="application/vnd.openxmlformats-officedocument.presentationml.slide+xml"/>
  <Override PartName="/ppt/slides/slide471.xml" ContentType="application/vnd.openxmlformats-officedocument.presentationml.slide+xml"/>
  <Override PartName="/ppt/slides/slide472.xml" ContentType="application/vnd.openxmlformats-officedocument.presentationml.slide+xml"/>
  <Override PartName="/ppt/slides/slide473.xml" ContentType="application/vnd.openxmlformats-officedocument.presentationml.slide+xml"/>
  <Override PartName="/ppt/slides/slide474.xml" ContentType="application/vnd.openxmlformats-officedocument.presentationml.slide+xml"/>
  <Override PartName="/ppt/slides/slide475.xml" ContentType="application/vnd.openxmlformats-officedocument.presentationml.slide+xml"/>
  <Override PartName="/ppt/slides/slide476.xml" ContentType="application/vnd.openxmlformats-officedocument.presentationml.slide+xml"/>
  <Override PartName="/ppt/slides/slide477.xml" ContentType="application/vnd.openxmlformats-officedocument.presentationml.slide+xml"/>
  <Override PartName="/ppt/slides/slide478.xml" ContentType="application/vnd.openxmlformats-officedocument.presentationml.slide+xml"/>
  <Override PartName="/ppt/slides/slide479.xml" ContentType="application/vnd.openxmlformats-officedocument.presentationml.slide+xml"/>
  <Override PartName="/ppt/slides/slide48.xml" ContentType="application/vnd.openxmlformats-officedocument.presentationml.slide+xml"/>
  <Override PartName="/ppt/slides/slide480.xml" ContentType="application/vnd.openxmlformats-officedocument.presentationml.slide+xml"/>
  <Override PartName="/ppt/slides/slide481.xml" ContentType="application/vnd.openxmlformats-officedocument.presentationml.slide+xml"/>
  <Override PartName="/ppt/slides/slide482.xml" ContentType="application/vnd.openxmlformats-officedocument.presentationml.slide+xml"/>
  <Override PartName="/ppt/slides/slide483.xml" ContentType="application/vnd.openxmlformats-officedocument.presentationml.slide+xml"/>
  <Override PartName="/ppt/slides/slide484.xml" ContentType="application/vnd.openxmlformats-officedocument.presentationml.slide+xml"/>
  <Override PartName="/ppt/slides/slide485.xml" ContentType="application/vnd.openxmlformats-officedocument.presentationml.slide+xml"/>
  <Override PartName="/ppt/slides/slide486.xml" ContentType="application/vnd.openxmlformats-officedocument.presentationml.slide+xml"/>
  <Override PartName="/ppt/slides/slide487.xml" ContentType="application/vnd.openxmlformats-officedocument.presentationml.slide+xml"/>
  <Override PartName="/ppt/slides/slide488.xml" ContentType="application/vnd.openxmlformats-officedocument.presentationml.slide+xml"/>
  <Override PartName="/ppt/slides/slide489.xml" ContentType="application/vnd.openxmlformats-officedocument.presentationml.slide+xml"/>
  <Override PartName="/ppt/slides/slide49.xml" ContentType="application/vnd.openxmlformats-officedocument.presentationml.slide+xml"/>
  <Override PartName="/ppt/slides/slide490.xml" ContentType="application/vnd.openxmlformats-officedocument.presentationml.slide+xml"/>
  <Override PartName="/ppt/slides/slide491.xml" ContentType="application/vnd.openxmlformats-officedocument.presentationml.slide+xml"/>
  <Override PartName="/ppt/slides/slide492.xml" ContentType="application/vnd.openxmlformats-officedocument.presentationml.slide+xml"/>
  <Override PartName="/ppt/slides/slide493.xml" ContentType="application/vnd.openxmlformats-officedocument.presentationml.slide+xml"/>
  <Override PartName="/ppt/slides/slide494.xml" ContentType="application/vnd.openxmlformats-officedocument.presentationml.slide+xml"/>
  <Override PartName="/ppt/slides/slide495.xml" ContentType="application/vnd.openxmlformats-officedocument.presentationml.slide+xml"/>
  <Override PartName="/ppt/slides/slide496.xml" ContentType="application/vnd.openxmlformats-officedocument.presentationml.slide+xml"/>
  <Override PartName="/ppt/slides/slide497.xml" ContentType="application/vnd.openxmlformats-officedocument.presentationml.slide+xml"/>
  <Override PartName="/ppt/slides/slide498.xml" ContentType="application/vnd.openxmlformats-officedocument.presentationml.slide+xml"/>
  <Override PartName="/ppt/slides/slide49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00.xml" ContentType="application/vnd.openxmlformats-officedocument.presentationml.slide+xml"/>
  <Override PartName="/ppt/slides/slide501.xml" ContentType="application/vnd.openxmlformats-officedocument.presentationml.slide+xml"/>
  <Override PartName="/ppt/slides/slide502.xml" ContentType="application/vnd.openxmlformats-officedocument.presentationml.slide+xml"/>
  <Override PartName="/ppt/slides/slide503.xml" ContentType="application/vnd.openxmlformats-officedocument.presentationml.slide+xml"/>
  <Override PartName="/ppt/slides/slide504.xml" ContentType="application/vnd.openxmlformats-officedocument.presentationml.slide+xml"/>
  <Override PartName="/ppt/slides/slide505.xml" ContentType="application/vnd.openxmlformats-officedocument.presentationml.slide+xml"/>
  <Override PartName="/ppt/slides/slide506.xml" ContentType="application/vnd.openxmlformats-officedocument.presentationml.slide+xml"/>
  <Override PartName="/ppt/slides/slide507.xml" ContentType="application/vnd.openxmlformats-officedocument.presentationml.slide+xml"/>
  <Override PartName="/ppt/slides/slide508.xml" ContentType="application/vnd.openxmlformats-officedocument.presentationml.slide+xml"/>
  <Override PartName="/ppt/slides/slide509.xml" ContentType="application/vnd.openxmlformats-officedocument.presentationml.slide+xml"/>
  <Override PartName="/ppt/slides/slide51.xml" ContentType="application/vnd.openxmlformats-officedocument.presentationml.slide+xml"/>
  <Override PartName="/ppt/slides/slide510.xml" ContentType="application/vnd.openxmlformats-officedocument.presentationml.slide+xml"/>
  <Override PartName="/ppt/slides/slide511.xml" ContentType="application/vnd.openxmlformats-officedocument.presentationml.slide+xml"/>
  <Override PartName="/ppt/slides/slide512.xml" ContentType="application/vnd.openxmlformats-officedocument.presentationml.slide+xml"/>
  <Override PartName="/ppt/slides/slide513.xml" ContentType="application/vnd.openxmlformats-officedocument.presentationml.slide+xml"/>
  <Override PartName="/ppt/slides/slide514.xml" ContentType="application/vnd.openxmlformats-officedocument.presentationml.slide+xml"/>
  <Override PartName="/ppt/slides/slide515.xml" ContentType="application/vnd.openxmlformats-officedocument.presentationml.slide+xml"/>
  <Override PartName="/ppt/slides/slide516.xml" ContentType="application/vnd.openxmlformats-officedocument.presentationml.slide+xml"/>
  <Override PartName="/ppt/slides/slide517.xml" ContentType="application/vnd.openxmlformats-officedocument.presentationml.slide+xml"/>
  <Override PartName="/ppt/slides/slide518.xml" ContentType="application/vnd.openxmlformats-officedocument.presentationml.slide+xml"/>
  <Override PartName="/ppt/slides/slide519.xml" ContentType="application/vnd.openxmlformats-officedocument.presentationml.slide+xml"/>
  <Override PartName="/ppt/slides/slide52.xml" ContentType="application/vnd.openxmlformats-officedocument.presentationml.slide+xml"/>
  <Override PartName="/ppt/slides/slide520.xml" ContentType="application/vnd.openxmlformats-officedocument.presentationml.slide+xml"/>
  <Override PartName="/ppt/slides/slide521.xml" ContentType="application/vnd.openxmlformats-officedocument.presentationml.slide+xml"/>
  <Override PartName="/ppt/slides/slide522.xml" ContentType="application/vnd.openxmlformats-officedocument.presentationml.slide+xml"/>
  <Override PartName="/ppt/slides/slide523.xml" ContentType="application/vnd.openxmlformats-officedocument.presentationml.slide+xml"/>
  <Override PartName="/ppt/slides/slide524.xml" ContentType="application/vnd.openxmlformats-officedocument.presentationml.slide+xml"/>
  <Override PartName="/ppt/slides/slide525.xml" ContentType="application/vnd.openxmlformats-officedocument.presentationml.slide+xml"/>
  <Override PartName="/ppt/slides/slide526.xml" ContentType="application/vnd.openxmlformats-officedocument.presentationml.slide+xml"/>
  <Override PartName="/ppt/slides/slide527.xml" ContentType="application/vnd.openxmlformats-officedocument.presentationml.slide+xml"/>
  <Override PartName="/ppt/slides/slide528.xml" ContentType="application/vnd.openxmlformats-officedocument.presentationml.slide+xml"/>
  <Override PartName="/ppt/slides/slide529.xml" ContentType="application/vnd.openxmlformats-officedocument.presentationml.slide+xml"/>
  <Override PartName="/ppt/slides/slide53.xml" ContentType="application/vnd.openxmlformats-officedocument.presentationml.slide+xml"/>
  <Override PartName="/ppt/slides/slide530.xml" ContentType="application/vnd.openxmlformats-officedocument.presentationml.slide+xml"/>
  <Override PartName="/ppt/slides/slide531.xml" ContentType="application/vnd.openxmlformats-officedocument.presentationml.slide+xml"/>
  <Override PartName="/ppt/slides/slide532.xml" ContentType="application/vnd.openxmlformats-officedocument.presentationml.slide+xml"/>
  <Override PartName="/ppt/slides/slide533.xml" ContentType="application/vnd.openxmlformats-officedocument.presentationml.slide+xml"/>
  <Override PartName="/ppt/slides/slide534.xml" ContentType="application/vnd.openxmlformats-officedocument.presentationml.slide+xml"/>
  <Override PartName="/ppt/slides/slide535.xml" ContentType="application/vnd.openxmlformats-officedocument.presentationml.slide+xml"/>
  <Override PartName="/ppt/slides/slide536.xml" ContentType="application/vnd.openxmlformats-officedocument.presentationml.slide+xml"/>
  <Override PartName="/ppt/slides/slide537.xml" ContentType="application/vnd.openxmlformats-officedocument.presentationml.slide+xml"/>
  <Override PartName="/ppt/slides/slide538.xml" ContentType="application/vnd.openxmlformats-officedocument.presentationml.slide+xml"/>
  <Override PartName="/ppt/slides/slide539.xml" ContentType="application/vnd.openxmlformats-officedocument.presentationml.slide+xml"/>
  <Override PartName="/ppt/slides/slide54.xml" ContentType="application/vnd.openxmlformats-officedocument.presentationml.slide+xml"/>
  <Override PartName="/ppt/slides/slide540.xml" ContentType="application/vnd.openxmlformats-officedocument.presentationml.slide+xml"/>
  <Override PartName="/ppt/slides/slide541.xml" ContentType="application/vnd.openxmlformats-officedocument.presentationml.slide+xml"/>
  <Override PartName="/ppt/slides/slide542.xml" ContentType="application/vnd.openxmlformats-officedocument.presentationml.slide+xml"/>
  <Override PartName="/ppt/slides/slide543.xml" ContentType="application/vnd.openxmlformats-officedocument.presentationml.slide+xml"/>
  <Override PartName="/ppt/slides/slide544.xml" ContentType="application/vnd.openxmlformats-officedocument.presentationml.slide+xml"/>
  <Override PartName="/ppt/slides/slide545.xml" ContentType="application/vnd.openxmlformats-officedocument.presentationml.slide+xml"/>
  <Override PartName="/ppt/slides/slide546.xml" ContentType="application/vnd.openxmlformats-officedocument.presentationml.slide+xml"/>
  <Override PartName="/ppt/slides/slide547.xml" ContentType="application/vnd.openxmlformats-officedocument.presentationml.slide+xml"/>
  <Override PartName="/ppt/slides/slide548.xml" ContentType="application/vnd.openxmlformats-officedocument.presentationml.slide+xml"/>
  <Override PartName="/ppt/slides/slide549.xml" ContentType="application/vnd.openxmlformats-officedocument.presentationml.slide+xml"/>
  <Override PartName="/ppt/slides/slide55.xml" ContentType="application/vnd.openxmlformats-officedocument.presentationml.slide+xml"/>
  <Override PartName="/ppt/slides/slide550.xml" ContentType="application/vnd.openxmlformats-officedocument.presentationml.slide+xml"/>
  <Override PartName="/ppt/slides/slide551.xml" ContentType="application/vnd.openxmlformats-officedocument.presentationml.slide+xml"/>
  <Override PartName="/ppt/slides/slide552.xml" ContentType="application/vnd.openxmlformats-officedocument.presentationml.slide+xml"/>
  <Override PartName="/ppt/slides/slide553.xml" ContentType="application/vnd.openxmlformats-officedocument.presentationml.slide+xml"/>
  <Override PartName="/ppt/slides/slide554.xml" ContentType="application/vnd.openxmlformats-officedocument.presentationml.slide+xml"/>
  <Override PartName="/ppt/slides/slide555.xml" ContentType="application/vnd.openxmlformats-officedocument.presentationml.slide+xml"/>
  <Override PartName="/ppt/slides/slide556.xml" ContentType="application/vnd.openxmlformats-officedocument.presentationml.slide+xml"/>
  <Override PartName="/ppt/slides/slide557.xml" ContentType="application/vnd.openxmlformats-officedocument.presentationml.slide+xml"/>
  <Override PartName="/ppt/slides/slide558.xml" ContentType="application/vnd.openxmlformats-officedocument.presentationml.slide+xml"/>
  <Override PartName="/ppt/slides/slide559.xml" ContentType="application/vnd.openxmlformats-officedocument.presentationml.slide+xml"/>
  <Override PartName="/ppt/slides/slide56.xml" ContentType="application/vnd.openxmlformats-officedocument.presentationml.slide+xml"/>
  <Override PartName="/ppt/slides/slide560.xml" ContentType="application/vnd.openxmlformats-officedocument.presentationml.slide+xml"/>
  <Override PartName="/ppt/slides/slide561.xml" ContentType="application/vnd.openxmlformats-officedocument.presentationml.slide+xml"/>
  <Override PartName="/ppt/slides/slide562.xml" ContentType="application/vnd.openxmlformats-officedocument.presentationml.slide+xml"/>
  <Override PartName="/ppt/slides/slide563.xml" ContentType="application/vnd.openxmlformats-officedocument.presentationml.slide+xml"/>
  <Override PartName="/ppt/slides/slide564.xml" ContentType="application/vnd.openxmlformats-officedocument.presentationml.slide+xml"/>
  <Override PartName="/ppt/slides/slide565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  <p:sldId id="609" r:id="rId360"/>
    <p:sldId id="610" r:id="rId361"/>
    <p:sldId id="611" r:id="rId362"/>
    <p:sldId id="612" r:id="rId363"/>
    <p:sldId id="613" r:id="rId364"/>
    <p:sldId id="614" r:id="rId365"/>
    <p:sldId id="615" r:id="rId366"/>
    <p:sldId id="616" r:id="rId367"/>
    <p:sldId id="617" r:id="rId368"/>
    <p:sldId id="618" r:id="rId369"/>
    <p:sldId id="619" r:id="rId370"/>
    <p:sldId id="620" r:id="rId371"/>
    <p:sldId id="621" r:id="rId372"/>
    <p:sldId id="622" r:id="rId373"/>
    <p:sldId id="623" r:id="rId374"/>
    <p:sldId id="624" r:id="rId375"/>
    <p:sldId id="625" r:id="rId376"/>
    <p:sldId id="626" r:id="rId377"/>
    <p:sldId id="627" r:id="rId378"/>
    <p:sldId id="628" r:id="rId379"/>
    <p:sldId id="629" r:id="rId380"/>
    <p:sldId id="630" r:id="rId381"/>
    <p:sldId id="631" r:id="rId382"/>
    <p:sldId id="632" r:id="rId383"/>
    <p:sldId id="633" r:id="rId384"/>
    <p:sldId id="634" r:id="rId385"/>
    <p:sldId id="635" r:id="rId386"/>
    <p:sldId id="636" r:id="rId387"/>
    <p:sldId id="637" r:id="rId388"/>
    <p:sldId id="638" r:id="rId389"/>
    <p:sldId id="639" r:id="rId390"/>
    <p:sldId id="640" r:id="rId391"/>
    <p:sldId id="641" r:id="rId392"/>
    <p:sldId id="642" r:id="rId393"/>
    <p:sldId id="643" r:id="rId394"/>
    <p:sldId id="644" r:id="rId395"/>
    <p:sldId id="645" r:id="rId396"/>
    <p:sldId id="646" r:id="rId397"/>
    <p:sldId id="647" r:id="rId398"/>
    <p:sldId id="648" r:id="rId399"/>
    <p:sldId id="649" r:id="rId400"/>
    <p:sldId id="650" r:id="rId401"/>
    <p:sldId id="651" r:id="rId402"/>
    <p:sldId id="652" r:id="rId403"/>
    <p:sldId id="653" r:id="rId404"/>
    <p:sldId id="654" r:id="rId405"/>
    <p:sldId id="655" r:id="rId406"/>
    <p:sldId id="656" r:id="rId407"/>
    <p:sldId id="657" r:id="rId408"/>
    <p:sldId id="658" r:id="rId409"/>
    <p:sldId id="659" r:id="rId410"/>
    <p:sldId id="660" r:id="rId411"/>
    <p:sldId id="661" r:id="rId412"/>
    <p:sldId id="662" r:id="rId413"/>
    <p:sldId id="663" r:id="rId414"/>
    <p:sldId id="664" r:id="rId415"/>
    <p:sldId id="665" r:id="rId416"/>
    <p:sldId id="666" r:id="rId417"/>
    <p:sldId id="667" r:id="rId418"/>
    <p:sldId id="668" r:id="rId419"/>
    <p:sldId id="669" r:id="rId420"/>
    <p:sldId id="670" r:id="rId421"/>
    <p:sldId id="671" r:id="rId422"/>
    <p:sldId id="672" r:id="rId423"/>
    <p:sldId id="673" r:id="rId424"/>
    <p:sldId id="674" r:id="rId425"/>
    <p:sldId id="675" r:id="rId426"/>
    <p:sldId id="676" r:id="rId427"/>
    <p:sldId id="677" r:id="rId428"/>
    <p:sldId id="678" r:id="rId429"/>
    <p:sldId id="679" r:id="rId430"/>
    <p:sldId id="680" r:id="rId431"/>
    <p:sldId id="681" r:id="rId432"/>
    <p:sldId id="682" r:id="rId433"/>
    <p:sldId id="683" r:id="rId434"/>
    <p:sldId id="684" r:id="rId435"/>
    <p:sldId id="685" r:id="rId436"/>
    <p:sldId id="686" r:id="rId437"/>
    <p:sldId id="687" r:id="rId438"/>
    <p:sldId id="688" r:id="rId439"/>
    <p:sldId id="689" r:id="rId440"/>
    <p:sldId id="690" r:id="rId441"/>
    <p:sldId id="691" r:id="rId442"/>
    <p:sldId id="692" r:id="rId443"/>
    <p:sldId id="693" r:id="rId444"/>
    <p:sldId id="694" r:id="rId445"/>
    <p:sldId id="695" r:id="rId446"/>
    <p:sldId id="696" r:id="rId447"/>
    <p:sldId id="697" r:id="rId448"/>
    <p:sldId id="698" r:id="rId449"/>
    <p:sldId id="699" r:id="rId450"/>
    <p:sldId id="700" r:id="rId451"/>
    <p:sldId id="701" r:id="rId452"/>
    <p:sldId id="702" r:id="rId453"/>
    <p:sldId id="703" r:id="rId454"/>
    <p:sldId id="704" r:id="rId455"/>
    <p:sldId id="705" r:id="rId456"/>
    <p:sldId id="706" r:id="rId457"/>
    <p:sldId id="707" r:id="rId458"/>
    <p:sldId id="708" r:id="rId459"/>
    <p:sldId id="709" r:id="rId460"/>
    <p:sldId id="710" r:id="rId461"/>
    <p:sldId id="711" r:id="rId462"/>
    <p:sldId id="712" r:id="rId463"/>
    <p:sldId id="713" r:id="rId464"/>
    <p:sldId id="714" r:id="rId465"/>
    <p:sldId id="715" r:id="rId466"/>
    <p:sldId id="716" r:id="rId467"/>
    <p:sldId id="717" r:id="rId468"/>
    <p:sldId id="718" r:id="rId469"/>
    <p:sldId id="719" r:id="rId470"/>
    <p:sldId id="720" r:id="rId471"/>
    <p:sldId id="721" r:id="rId472"/>
    <p:sldId id="722" r:id="rId473"/>
    <p:sldId id="723" r:id="rId474"/>
    <p:sldId id="724" r:id="rId475"/>
    <p:sldId id="725" r:id="rId476"/>
    <p:sldId id="726" r:id="rId477"/>
    <p:sldId id="727" r:id="rId478"/>
    <p:sldId id="728" r:id="rId479"/>
    <p:sldId id="729" r:id="rId480"/>
    <p:sldId id="730" r:id="rId481"/>
    <p:sldId id="731" r:id="rId482"/>
    <p:sldId id="732" r:id="rId483"/>
    <p:sldId id="733" r:id="rId484"/>
    <p:sldId id="734" r:id="rId485"/>
    <p:sldId id="735" r:id="rId486"/>
    <p:sldId id="736" r:id="rId487"/>
    <p:sldId id="737" r:id="rId488"/>
    <p:sldId id="738" r:id="rId489"/>
    <p:sldId id="739" r:id="rId490"/>
    <p:sldId id="740" r:id="rId491"/>
    <p:sldId id="741" r:id="rId492"/>
    <p:sldId id="742" r:id="rId493"/>
    <p:sldId id="743" r:id="rId494"/>
    <p:sldId id="744" r:id="rId495"/>
    <p:sldId id="745" r:id="rId496"/>
    <p:sldId id="746" r:id="rId497"/>
    <p:sldId id="747" r:id="rId498"/>
    <p:sldId id="748" r:id="rId499"/>
    <p:sldId id="749" r:id="rId500"/>
    <p:sldId id="750" r:id="rId501"/>
    <p:sldId id="751" r:id="rId502"/>
    <p:sldId id="752" r:id="rId503"/>
    <p:sldId id="753" r:id="rId504"/>
    <p:sldId id="754" r:id="rId505"/>
    <p:sldId id="755" r:id="rId506"/>
    <p:sldId id="756" r:id="rId507"/>
    <p:sldId id="757" r:id="rId508"/>
    <p:sldId id="758" r:id="rId509"/>
    <p:sldId id="759" r:id="rId510"/>
    <p:sldId id="760" r:id="rId511"/>
    <p:sldId id="761" r:id="rId512"/>
    <p:sldId id="762" r:id="rId513"/>
    <p:sldId id="763" r:id="rId514"/>
    <p:sldId id="764" r:id="rId515"/>
    <p:sldId id="765" r:id="rId516"/>
    <p:sldId id="766" r:id="rId517"/>
    <p:sldId id="767" r:id="rId518"/>
    <p:sldId id="768" r:id="rId519"/>
    <p:sldId id="769" r:id="rId520"/>
    <p:sldId id="770" r:id="rId521"/>
    <p:sldId id="771" r:id="rId522"/>
    <p:sldId id="772" r:id="rId523"/>
    <p:sldId id="773" r:id="rId524"/>
    <p:sldId id="774" r:id="rId525"/>
    <p:sldId id="775" r:id="rId526"/>
    <p:sldId id="776" r:id="rId527"/>
    <p:sldId id="777" r:id="rId528"/>
    <p:sldId id="778" r:id="rId529"/>
    <p:sldId id="779" r:id="rId530"/>
    <p:sldId id="780" r:id="rId531"/>
    <p:sldId id="781" r:id="rId532"/>
    <p:sldId id="782" r:id="rId533"/>
    <p:sldId id="783" r:id="rId534"/>
    <p:sldId id="784" r:id="rId535"/>
    <p:sldId id="785" r:id="rId536"/>
    <p:sldId id="786" r:id="rId537"/>
    <p:sldId id="787" r:id="rId538"/>
    <p:sldId id="788" r:id="rId539"/>
    <p:sldId id="789" r:id="rId540"/>
    <p:sldId id="790" r:id="rId541"/>
    <p:sldId id="791" r:id="rId542"/>
    <p:sldId id="792" r:id="rId543"/>
    <p:sldId id="793" r:id="rId544"/>
    <p:sldId id="794" r:id="rId545"/>
    <p:sldId id="795" r:id="rId546"/>
    <p:sldId id="796" r:id="rId547"/>
    <p:sldId id="797" r:id="rId548"/>
    <p:sldId id="798" r:id="rId549"/>
    <p:sldId id="799" r:id="rId550"/>
    <p:sldId id="800" r:id="rId551"/>
    <p:sldId id="801" r:id="rId552"/>
    <p:sldId id="802" r:id="rId553"/>
    <p:sldId id="803" r:id="rId554"/>
    <p:sldId id="804" r:id="rId555"/>
    <p:sldId id="805" r:id="rId556"/>
    <p:sldId id="806" r:id="rId557"/>
    <p:sldId id="807" r:id="rId558"/>
    <p:sldId id="808" r:id="rId559"/>
    <p:sldId id="809" r:id="rId560"/>
    <p:sldId id="810" r:id="rId561"/>
    <p:sldId id="811" r:id="rId562"/>
    <p:sldId id="812" r:id="rId563"/>
    <p:sldId id="813" r:id="rId564"/>
    <p:sldId id="814" r:id="rId565"/>
    <p:sldId id="815" r:id="rId566"/>
    <p:sldId id="816" r:id="rId567"/>
    <p:sldId id="817" r:id="rId568"/>
    <p:sldId id="818" r:id="rId569"/>
    <p:sldId id="819" r:id="rId570"/>
    <p:sldId id="820" r:id="rId5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Relationship Id="rId360" Type="http://schemas.openxmlformats.org/officeDocument/2006/relationships/slide" Target="slides/slide354.xml"/><Relationship Id="rId361" Type="http://schemas.openxmlformats.org/officeDocument/2006/relationships/slide" Target="slides/slide355.xml"/><Relationship Id="rId362" Type="http://schemas.openxmlformats.org/officeDocument/2006/relationships/slide" Target="slides/slide356.xml"/><Relationship Id="rId363" Type="http://schemas.openxmlformats.org/officeDocument/2006/relationships/slide" Target="slides/slide357.xml"/><Relationship Id="rId364" Type="http://schemas.openxmlformats.org/officeDocument/2006/relationships/slide" Target="slides/slide358.xml"/><Relationship Id="rId365" Type="http://schemas.openxmlformats.org/officeDocument/2006/relationships/slide" Target="slides/slide359.xml"/><Relationship Id="rId366" Type="http://schemas.openxmlformats.org/officeDocument/2006/relationships/slide" Target="slides/slide360.xml"/><Relationship Id="rId367" Type="http://schemas.openxmlformats.org/officeDocument/2006/relationships/slide" Target="slides/slide361.xml"/><Relationship Id="rId368" Type="http://schemas.openxmlformats.org/officeDocument/2006/relationships/slide" Target="slides/slide362.xml"/><Relationship Id="rId369" Type="http://schemas.openxmlformats.org/officeDocument/2006/relationships/slide" Target="slides/slide363.xml"/><Relationship Id="rId370" Type="http://schemas.openxmlformats.org/officeDocument/2006/relationships/slide" Target="slides/slide364.xml"/><Relationship Id="rId371" Type="http://schemas.openxmlformats.org/officeDocument/2006/relationships/slide" Target="slides/slide365.xml"/><Relationship Id="rId372" Type="http://schemas.openxmlformats.org/officeDocument/2006/relationships/slide" Target="slides/slide366.xml"/><Relationship Id="rId373" Type="http://schemas.openxmlformats.org/officeDocument/2006/relationships/slide" Target="slides/slide367.xml"/><Relationship Id="rId374" Type="http://schemas.openxmlformats.org/officeDocument/2006/relationships/slide" Target="slides/slide368.xml"/><Relationship Id="rId375" Type="http://schemas.openxmlformats.org/officeDocument/2006/relationships/slide" Target="slides/slide369.xml"/><Relationship Id="rId376" Type="http://schemas.openxmlformats.org/officeDocument/2006/relationships/slide" Target="slides/slide370.xml"/><Relationship Id="rId377" Type="http://schemas.openxmlformats.org/officeDocument/2006/relationships/slide" Target="slides/slide371.xml"/><Relationship Id="rId378" Type="http://schemas.openxmlformats.org/officeDocument/2006/relationships/slide" Target="slides/slide372.xml"/><Relationship Id="rId379" Type="http://schemas.openxmlformats.org/officeDocument/2006/relationships/slide" Target="slides/slide373.xml"/><Relationship Id="rId380" Type="http://schemas.openxmlformats.org/officeDocument/2006/relationships/slide" Target="slides/slide374.xml"/><Relationship Id="rId381" Type="http://schemas.openxmlformats.org/officeDocument/2006/relationships/slide" Target="slides/slide375.xml"/><Relationship Id="rId382" Type="http://schemas.openxmlformats.org/officeDocument/2006/relationships/slide" Target="slides/slide376.xml"/><Relationship Id="rId383" Type="http://schemas.openxmlformats.org/officeDocument/2006/relationships/slide" Target="slides/slide377.xml"/><Relationship Id="rId384" Type="http://schemas.openxmlformats.org/officeDocument/2006/relationships/slide" Target="slides/slide378.xml"/><Relationship Id="rId385" Type="http://schemas.openxmlformats.org/officeDocument/2006/relationships/slide" Target="slides/slide379.xml"/><Relationship Id="rId386" Type="http://schemas.openxmlformats.org/officeDocument/2006/relationships/slide" Target="slides/slide380.xml"/><Relationship Id="rId387" Type="http://schemas.openxmlformats.org/officeDocument/2006/relationships/slide" Target="slides/slide381.xml"/><Relationship Id="rId388" Type="http://schemas.openxmlformats.org/officeDocument/2006/relationships/slide" Target="slides/slide382.xml"/><Relationship Id="rId389" Type="http://schemas.openxmlformats.org/officeDocument/2006/relationships/slide" Target="slides/slide383.xml"/><Relationship Id="rId390" Type="http://schemas.openxmlformats.org/officeDocument/2006/relationships/slide" Target="slides/slide384.xml"/><Relationship Id="rId391" Type="http://schemas.openxmlformats.org/officeDocument/2006/relationships/slide" Target="slides/slide385.xml"/><Relationship Id="rId392" Type="http://schemas.openxmlformats.org/officeDocument/2006/relationships/slide" Target="slides/slide386.xml"/><Relationship Id="rId393" Type="http://schemas.openxmlformats.org/officeDocument/2006/relationships/slide" Target="slides/slide387.xml"/><Relationship Id="rId394" Type="http://schemas.openxmlformats.org/officeDocument/2006/relationships/slide" Target="slides/slide388.xml"/><Relationship Id="rId395" Type="http://schemas.openxmlformats.org/officeDocument/2006/relationships/slide" Target="slides/slide389.xml"/><Relationship Id="rId396" Type="http://schemas.openxmlformats.org/officeDocument/2006/relationships/slide" Target="slides/slide390.xml"/><Relationship Id="rId397" Type="http://schemas.openxmlformats.org/officeDocument/2006/relationships/slide" Target="slides/slide391.xml"/><Relationship Id="rId398" Type="http://schemas.openxmlformats.org/officeDocument/2006/relationships/slide" Target="slides/slide392.xml"/><Relationship Id="rId399" Type="http://schemas.openxmlformats.org/officeDocument/2006/relationships/slide" Target="slides/slide393.xml"/><Relationship Id="rId400" Type="http://schemas.openxmlformats.org/officeDocument/2006/relationships/slide" Target="slides/slide394.xml"/><Relationship Id="rId401" Type="http://schemas.openxmlformats.org/officeDocument/2006/relationships/slide" Target="slides/slide395.xml"/><Relationship Id="rId402" Type="http://schemas.openxmlformats.org/officeDocument/2006/relationships/slide" Target="slides/slide396.xml"/><Relationship Id="rId403" Type="http://schemas.openxmlformats.org/officeDocument/2006/relationships/slide" Target="slides/slide397.xml"/><Relationship Id="rId404" Type="http://schemas.openxmlformats.org/officeDocument/2006/relationships/slide" Target="slides/slide398.xml"/><Relationship Id="rId405" Type="http://schemas.openxmlformats.org/officeDocument/2006/relationships/slide" Target="slides/slide399.xml"/><Relationship Id="rId406" Type="http://schemas.openxmlformats.org/officeDocument/2006/relationships/slide" Target="slides/slide400.xml"/><Relationship Id="rId407" Type="http://schemas.openxmlformats.org/officeDocument/2006/relationships/slide" Target="slides/slide401.xml"/><Relationship Id="rId408" Type="http://schemas.openxmlformats.org/officeDocument/2006/relationships/slide" Target="slides/slide402.xml"/><Relationship Id="rId409" Type="http://schemas.openxmlformats.org/officeDocument/2006/relationships/slide" Target="slides/slide403.xml"/><Relationship Id="rId410" Type="http://schemas.openxmlformats.org/officeDocument/2006/relationships/slide" Target="slides/slide404.xml"/><Relationship Id="rId411" Type="http://schemas.openxmlformats.org/officeDocument/2006/relationships/slide" Target="slides/slide405.xml"/><Relationship Id="rId412" Type="http://schemas.openxmlformats.org/officeDocument/2006/relationships/slide" Target="slides/slide406.xml"/><Relationship Id="rId413" Type="http://schemas.openxmlformats.org/officeDocument/2006/relationships/slide" Target="slides/slide407.xml"/><Relationship Id="rId414" Type="http://schemas.openxmlformats.org/officeDocument/2006/relationships/slide" Target="slides/slide408.xml"/><Relationship Id="rId415" Type="http://schemas.openxmlformats.org/officeDocument/2006/relationships/slide" Target="slides/slide409.xml"/><Relationship Id="rId416" Type="http://schemas.openxmlformats.org/officeDocument/2006/relationships/slide" Target="slides/slide410.xml"/><Relationship Id="rId417" Type="http://schemas.openxmlformats.org/officeDocument/2006/relationships/slide" Target="slides/slide411.xml"/><Relationship Id="rId418" Type="http://schemas.openxmlformats.org/officeDocument/2006/relationships/slide" Target="slides/slide412.xml"/><Relationship Id="rId419" Type="http://schemas.openxmlformats.org/officeDocument/2006/relationships/slide" Target="slides/slide413.xml"/><Relationship Id="rId420" Type="http://schemas.openxmlformats.org/officeDocument/2006/relationships/slide" Target="slides/slide414.xml"/><Relationship Id="rId421" Type="http://schemas.openxmlformats.org/officeDocument/2006/relationships/slide" Target="slides/slide415.xml"/><Relationship Id="rId422" Type="http://schemas.openxmlformats.org/officeDocument/2006/relationships/slide" Target="slides/slide416.xml"/><Relationship Id="rId423" Type="http://schemas.openxmlformats.org/officeDocument/2006/relationships/slide" Target="slides/slide417.xml"/><Relationship Id="rId424" Type="http://schemas.openxmlformats.org/officeDocument/2006/relationships/slide" Target="slides/slide418.xml"/><Relationship Id="rId425" Type="http://schemas.openxmlformats.org/officeDocument/2006/relationships/slide" Target="slides/slide419.xml"/><Relationship Id="rId426" Type="http://schemas.openxmlformats.org/officeDocument/2006/relationships/slide" Target="slides/slide420.xml"/><Relationship Id="rId427" Type="http://schemas.openxmlformats.org/officeDocument/2006/relationships/slide" Target="slides/slide421.xml"/><Relationship Id="rId428" Type="http://schemas.openxmlformats.org/officeDocument/2006/relationships/slide" Target="slides/slide422.xml"/><Relationship Id="rId429" Type="http://schemas.openxmlformats.org/officeDocument/2006/relationships/slide" Target="slides/slide423.xml"/><Relationship Id="rId430" Type="http://schemas.openxmlformats.org/officeDocument/2006/relationships/slide" Target="slides/slide424.xml"/><Relationship Id="rId431" Type="http://schemas.openxmlformats.org/officeDocument/2006/relationships/slide" Target="slides/slide425.xml"/><Relationship Id="rId432" Type="http://schemas.openxmlformats.org/officeDocument/2006/relationships/slide" Target="slides/slide426.xml"/><Relationship Id="rId433" Type="http://schemas.openxmlformats.org/officeDocument/2006/relationships/slide" Target="slides/slide427.xml"/><Relationship Id="rId434" Type="http://schemas.openxmlformats.org/officeDocument/2006/relationships/slide" Target="slides/slide428.xml"/><Relationship Id="rId435" Type="http://schemas.openxmlformats.org/officeDocument/2006/relationships/slide" Target="slides/slide429.xml"/><Relationship Id="rId436" Type="http://schemas.openxmlformats.org/officeDocument/2006/relationships/slide" Target="slides/slide430.xml"/><Relationship Id="rId437" Type="http://schemas.openxmlformats.org/officeDocument/2006/relationships/slide" Target="slides/slide431.xml"/><Relationship Id="rId438" Type="http://schemas.openxmlformats.org/officeDocument/2006/relationships/slide" Target="slides/slide432.xml"/><Relationship Id="rId439" Type="http://schemas.openxmlformats.org/officeDocument/2006/relationships/slide" Target="slides/slide433.xml"/><Relationship Id="rId440" Type="http://schemas.openxmlformats.org/officeDocument/2006/relationships/slide" Target="slides/slide434.xml"/><Relationship Id="rId441" Type="http://schemas.openxmlformats.org/officeDocument/2006/relationships/slide" Target="slides/slide435.xml"/><Relationship Id="rId442" Type="http://schemas.openxmlformats.org/officeDocument/2006/relationships/slide" Target="slides/slide436.xml"/><Relationship Id="rId443" Type="http://schemas.openxmlformats.org/officeDocument/2006/relationships/slide" Target="slides/slide437.xml"/><Relationship Id="rId444" Type="http://schemas.openxmlformats.org/officeDocument/2006/relationships/slide" Target="slides/slide438.xml"/><Relationship Id="rId445" Type="http://schemas.openxmlformats.org/officeDocument/2006/relationships/slide" Target="slides/slide439.xml"/><Relationship Id="rId446" Type="http://schemas.openxmlformats.org/officeDocument/2006/relationships/slide" Target="slides/slide440.xml"/><Relationship Id="rId447" Type="http://schemas.openxmlformats.org/officeDocument/2006/relationships/slide" Target="slides/slide441.xml"/><Relationship Id="rId448" Type="http://schemas.openxmlformats.org/officeDocument/2006/relationships/slide" Target="slides/slide442.xml"/><Relationship Id="rId449" Type="http://schemas.openxmlformats.org/officeDocument/2006/relationships/slide" Target="slides/slide443.xml"/><Relationship Id="rId450" Type="http://schemas.openxmlformats.org/officeDocument/2006/relationships/slide" Target="slides/slide444.xml"/><Relationship Id="rId451" Type="http://schemas.openxmlformats.org/officeDocument/2006/relationships/slide" Target="slides/slide445.xml"/><Relationship Id="rId452" Type="http://schemas.openxmlformats.org/officeDocument/2006/relationships/slide" Target="slides/slide446.xml"/><Relationship Id="rId453" Type="http://schemas.openxmlformats.org/officeDocument/2006/relationships/slide" Target="slides/slide447.xml"/><Relationship Id="rId454" Type="http://schemas.openxmlformats.org/officeDocument/2006/relationships/slide" Target="slides/slide448.xml"/><Relationship Id="rId455" Type="http://schemas.openxmlformats.org/officeDocument/2006/relationships/slide" Target="slides/slide449.xml"/><Relationship Id="rId456" Type="http://schemas.openxmlformats.org/officeDocument/2006/relationships/slide" Target="slides/slide450.xml"/><Relationship Id="rId457" Type="http://schemas.openxmlformats.org/officeDocument/2006/relationships/slide" Target="slides/slide451.xml"/><Relationship Id="rId458" Type="http://schemas.openxmlformats.org/officeDocument/2006/relationships/slide" Target="slides/slide452.xml"/><Relationship Id="rId459" Type="http://schemas.openxmlformats.org/officeDocument/2006/relationships/slide" Target="slides/slide453.xml"/><Relationship Id="rId460" Type="http://schemas.openxmlformats.org/officeDocument/2006/relationships/slide" Target="slides/slide454.xml"/><Relationship Id="rId461" Type="http://schemas.openxmlformats.org/officeDocument/2006/relationships/slide" Target="slides/slide455.xml"/><Relationship Id="rId462" Type="http://schemas.openxmlformats.org/officeDocument/2006/relationships/slide" Target="slides/slide456.xml"/><Relationship Id="rId463" Type="http://schemas.openxmlformats.org/officeDocument/2006/relationships/slide" Target="slides/slide457.xml"/><Relationship Id="rId464" Type="http://schemas.openxmlformats.org/officeDocument/2006/relationships/slide" Target="slides/slide458.xml"/><Relationship Id="rId465" Type="http://schemas.openxmlformats.org/officeDocument/2006/relationships/slide" Target="slides/slide459.xml"/><Relationship Id="rId466" Type="http://schemas.openxmlformats.org/officeDocument/2006/relationships/slide" Target="slides/slide460.xml"/><Relationship Id="rId467" Type="http://schemas.openxmlformats.org/officeDocument/2006/relationships/slide" Target="slides/slide461.xml"/><Relationship Id="rId468" Type="http://schemas.openxmlformats.org/officeDocument/2006/relationships/slide" Target="slides/slide462.xml"/><Relationship Id="rId469" Type="http://schemas.openxmlformats.org/officeDocument/2006/relationships/slide" Target="slides/slide463.xml"/><Relationship Id="rId470" Type="http://schemas.openxmlformats.org/officeDocument/2006/relationships/slide" Target="slides/slide464.xml"/><Relationship Id="rId471" Type="http://schemas.openxmlformats.org/officeDocument/2006/relationships/slide" Target="slides/slide465.xml"/><Relationship Id="rId472" Type="http://schemas.openxmlformats.org/officeDocument/2006/relationships/slide" Target="slides/slide466.xml"/><Relationship Id="rId473" Type="http://schemas.openxmlformats.org/officeDocument/2006/relationships/slide" Target="slides/slide467.xml"/><Relationship Id="rId474" Type="http://schemas.openxmlformats.org/officeDocument/2006/relationships/slide" Target="slides/slide468.xml"/><Relationship Id="rId475" Type="http://schemas.openxmlformats.org/officeDocument/2006/relationships/slide" Target="slides/slide469.xml"/><Relationship Id="rId476" Type="http://schemas.openxmlformats.org/officeDocument/2006/relationships/slide" Target="slides/slide470.xml"/><Relationship Id="rId477" Type="http://schemas.openxmlformats.org/officeDocument/2006/relationships/slide" Target="slides/slide471.xml"/><Relationship Id="rId478" Type="http://schemas.openxmlformats.org/officeDocument/2006/relationships/slide" Target="slides/slide472.xml"/><Relationship Id="rId479" Type="http://schemas.openxmlformats.org/officeDocument/2006/relationships/slide" Target="slides/slide473.xml"/><Relationship Id="rId480" Type="http://schemas.openxmlformats.org/officeDocument/2006/relationships/slide" Target="slides/slide474.xml"/><Relationship Id="rId481" Type="http://schemas.openxmlformats.org/officeDocument/2006/relationships/slide" Target="slides/slide475.xml"/><Relationship Id="rId482" Type="http://schemas.openxmlformats.org/officeDocument/2006/relationships/slide" Target="slides/slide476.xml"/><Relationship Id="rId483" Type="http://schemas.openxmlformats.org/officeDocument/2006/relationships/slide" Target="slides/slide477.xml"/><Relationship Id="rId484" Type="http://schemas.openxmlformats.org/officeDocument/2006/relationships/slide" Target="slides/slide478.xml"/><Relationship Id="rId485" Type="http://schemas.openxmlformats.org/officeDocument/2006/relationships/slide" Target="slides/slide479.xml"/><Relationship Id="rId486" Type="http://schemas.openxmlformats.org/officeDocument/2006/relationships/slide" Target="slides/slide480.xml"/><Relationship Id="rId487" Type="http://schemas.openxmlformats.org/officeDocument/2006/relationships/slide" Target="slides/slide481.xml"/><Relationship Id="rId488" Type="http://schemas.openxmlformats.org/officeDocument/2006/relationships/slide" Target="slides/slide482.xml"/><Relationship Id="rId489" Type="http://schemas.openxmlformats.org/officeDocument/2006/relationships/slide" Target="slides/slide483.xml"/><Relationship Id="rId490" Type="http://schemas.openxmlformats.org/officeDocument/2006/relationships/slide" Target="slides/slide484.xml"/><Relationship Id="rId491" Type="http://schemas.openxmlformats.org/officeDocument/2006/relationships/slide" Target="slides/slide485.xml"/><Relationship Id="rId492" Type="http://schemas.openxmlformats.org/officeDocument/2006/relationships/slide" Target="slides/slide486.xml"/><Relationship Id="rId493" Type="http://schemas.openxmlformats.org/officeDocument/2006/relationships/slide" Target="slides/slide487.xml"/><Relationship Id="rId494" Type="http://schemas.openxmlformats.org/officeDocument/2006/relationships/slide" Target="slides/slide488.xml"/><Relationship Id="rId495" Type="http://schemas.openxmlformats.org/officeDocument/2006/relationships/slide" Target="slides/slide489.xml"/><Relationship Id="rId496" Type="http://schemas.openxmlformats.org/officeDocument/2006/relationships/slide" Target="slides/slide490.xml"/><Relationship Id="rId497" Type="http://schemas.openxmlformats.org/officeDocument/2006/relationships/slide" Target="slides/slide491.xml"/><Relationship Id="rId498" Type="http://schemas.openxmlformats.org/officeDocument/2006/relationships/slide" Target="slides/slide492.xml"/><Relationship Id="rId499" Type="http://schemas.openxmlformats.org/officeDocument/2006/relationships/slide" Target="slides/slide493.xml"/><Relationship Id="rId500" Type="http://schemas.openxmlformats.org/officeDocument/2006/relationships/slide" Target="slides/slide494.xml"/><Relationship Id="rId501" Type="http://schemas.openxmlformats.org/officeDocument/2006/relationships/slide" Target="slides/slide495.xml"/><Relationship Id="rId502" Type="http://schemas.openxmlformats.org/officeDocument/2006/relationships/slide" Target="slides/slide496.xml"/><Relationship Id="rId503" Type="http://schemas.openxmlformats.org/officeDocument/2006/relationships/slide" Target="slides/slide497.xml"/><Relationship Id="rId504" Type="http://schemas.openxmlformats.org/officeDocument/2006/relationships/slide" Target="slides/slide498.xml"/><Relationship Id="rId505" Type="http://schemas.openxmlformats.org/officeDocument/2006/relationships/slide" Target="slides/slide499.xml"/><Relationship Id="rId506" Type="http://schemas.openxmlformats.org/officeDocument/2006/relationships/slide" Target="slides/slide500.xml"/><Relationship Id="rId507" Type="http://schemas.openxmlformats.org/officeDocument/2006/relationships/slide" Target="slides/slide501.xml"/><Relationship Id="rId508" Type="http://schemas.openxmlformats.org/officeDocument/2006/relationships/slide" Target="slides/slide502.xml"/><Relationship Id="rId509" Type="http://schemas.openxmlformats.org/officeDocument/2006/relationships/slide" Target="slides/slide503.xml"/><Relationship Id="rId510" Type="http://schemas.openxmlformats.org/officeDocument/2006/relationships/slide" Target="slides/slide504.xml"/><Relationship Id="rId511" Type="http://schemas.openxmlformats.org/officeDocument/2006/relationships/slide" Target="slides/slide505.xml"/><Relationship Id="rId512" Type="http://schemas.openxmlformats.org/officeDocument/2006/relationships/slide" Target="slides/slide506.xml"/><Relationship Id="rId513" Type="http://schemas.openxmlformats.org/officeDocument/2006/relationships/slide" Target="slides/slide507.xml"/><Relationship Id="rId514" Type="http://schemas.openxmlformats.org/officeDocument/2006/relationships/slide" Target="slides/slide508.xml"/><Relationship Id="rId515" Type="http://schemas.openxmlformats.org/officeDocument/2006/relationships/slide" Target="slides/slide509.xml"/><Relationship Id="rId516" Type="http://schemas.openxmlformats.org/officeDocument/2006/relationships/slide" Target="slides/slide510.xml"/><Relationship Id="rId517" Type="http://schemas.openxmlformats.org/officeDocument/2006/relationships/slide" Target="slides/slide511.xml"/><Relationship Id="rId518" Type="http://schemas.openxmlformats.org/officeDocument/2006/relationships/slide" Target="slides/slide512.xml"/><Relationship Id="rId519" Type="http://schemas.openxmlformats.org/officeDocument/2006/relationships/slide" Target="slides/slide513.xml"/><Relationship Id="rId520" Type="http://schemas.openxmlformats.org/officeDocument/2006/relationships/slide" Target="slides/slide514.xml"/><Relationship Id="rId521" Type="http://schemas.openxmlformats.org/officeDocument/2006/relationships/slide" Target="slides/slide515.xml"/><Relationship Id="rId522" Type="http://schemas.openxmlformats.org/officeDocument/2006/relationships/slide" Target="slides/slide516.xml"/><Relationship Id="rId523" Type="http://schemas.openxmlformats.org/officeDocument/2006/relationships/slide" Target="slides/slide517.xml"/><Relationship Id="rId524" Type="http://schemas.openxmlformats.org/officeDocument/2006/relationships/slide" Target="slides/slide518.xml"/><Relationship Id="rId525" Type="http://schemas.openxmlformats.org/officeDocument/2006/relationships/slide" Target="slides/slide519.xml"/><Relationship Id="rId526" Type="http://schemas.openxmlformats.org/officeDocument/2006/relationships/slide" Target="slides/slide520.xml"/><Relationship Id="rId527" Type="http://schemas.openxmlformats.org/officeDocument/2006/relationships/slide" Target="slides/slide521.xml"/><Relationship Id="rId528" Type="http://schemas.openxmlformats.org/officeDocument/2006/relationships/slide" Target="slides/slide522.xml"/><Relationship Id="rId529" Type="http://schemas.openxmlformats.org/officeDocument/2006/relationships/slide" Target="slides/slide523.xml"/><Relationship Id="rId530" Type="http://schemas.openxmlformats.org/officeDocument/2006/relationships/slide" Target="slides/slide524.xml"/><Relationship Id="rId531" Type="http://schemas.openxmlformats.org/officeDocument/2006/relationships/slide" Target="slides/slide525.xml"/><Relationship Id="rId532" Type="http://schemas.openxmlformats.org/officeDocument/2006/relationships/slide" Target="slides/slide526.xml"/><Relationship Id="rId533" Type="http://schemas.openxmlformats.org/officeDocument/2006/relationships/slide" Target="slides/slide527.xml"/><Relationship Id="rId534" Type="http://schemas.openxmlformats.org/officeDocument/2006/relationships/slide" Target="slides/slide528.xml"/><Relationship Id="rId535" Type="http://schemas.openxmlformats.org/officeDocument/2006/relationships/slide" Target="slides/slide529.xml"/><Relationship Id="rId536" Type="http://schemas.openxmlformats.org/officeDocument/2006/relationships/slide" Target="slides/slide530.xml"/><Relationship Id="rId537" Type="http://schemas.openxmlformats.org/officeDocument/2006/relationships/slide" Target="slides/slide531.xml"/><Relationship Id="rId538" Type="http://schemas.openxmlformats.org/officeDocument/2006/relationships/slide" Target="slides/slide532.xml"/><Relationship Id="rId539" Type="http://schemas.openxmlformats.org/officeDocument/2006/relationships/slide" Target="slides/slide533.xml"/><Relationship Id="rId540" Type="http://schemas.openxmlformats.org/officeDocument/2006/relationships/slide" Target="slides/slide534.xml"/><Relationship Id="rId541" Type="http://schemas.openxmlformats.org/officeDocument/2006/relationships/slide" Target="slides/slide535.xml"/><Relationship Id="rId542" Type="http://schemas.openxmlformats.org/officeDocument/2006/relationships/slide" Target="slides/slide536.xml"/><Relationship Id="rId543" Type="http://schemas.openxmlformats.org/officeDocument/2006/relationships/slide" Target="slides/slide537.xml"/><Relationship Id="rId544" Type="http://schemas.openxmlformats.org/officeDocument/2006/relationships/slide" Target="slides/slide538.xml"/><Relationship Id="rId545" Type="http://schemas.openxmlformats.org/officeDocument/2006/relationships/slide" Target="slides/slide539.xml"/><Relationship Id="rId546" Type="http://schemas.openxmlformats.org/officeDocument/2006/relationships/slide" Target="slides/slide540.xml"/><Relationship Id="rId547" Type="http://schemas.openxmlformats.org/officeDocument/2006/relationships/slide" Target="slides/slide541.xml"/><Relationship Id="rId548" Type="http://schemas.openxmlformats.org/officeDocument/2006/relationships/slide" Target="slides/slide542.xml"/><Relationship Id="rId549" Type="http://schemas.openxmlformats.org/officeDocument/2006/relationships/slide" Target="slides/slide543.xml"/><Relationship Id="rId550" Type="http://schemas.openxmlformats.org/officeDocument/2006/relationships/slide" Target="slides/slide544.xml"/><Relationship Id="rId551" Type="http://schemas.openxmlformats.org/officeDocument/2006/relationships/slide" Target="slides/slide545.xml"/><Relationship Id="rId552" Type="http://schemas.openxmlformats.org/officeDocument/2006/relationships/slide" Target="slides/slide546.xml"/><Relationship Id="rId553" Type="http://schemas.openxmlformats.org/officeDocument/2006/relationships/slide" Target="slides/slide547.xml"/><Relationship Id="rId554" Type="http://schemas.openxmlformats.org/officeDocument/2006/relationships/slide" Target="slides/slide548.xml"/><Relationship Id="rId555" Type="http://schemas.openxmlformats.org/officeDocument/2006/relationships/slide" Target="slides/slide549.xml"/><Relationship Id="rId556" Type="http://schemas.openxmlformats.org/officeDocument/2006/relationships/slide" Target="slides/slide550.xml"/><Relationship Id="rId557" Type="http://schemas.openxmlformats.org/officeDocument/2006/relationships/slide" Target="slides/slide551.xml"/><Relationship Id="rId558" Type="http://schemas.openxmlformats.org/officeDocument/2006/relationships/slide" Target="slides/slide552.xml"/><Relationship Id="rId559" Type="http://schemas.openxmlformats.org/officeDocument/2006/relationships/slide" Target="slides/slide553.xml"/><Relationship Id="rId560" Type="http://schemas.openxmlformats.org/officeDocument/2006/relationships/slide" Target="slides/slide554.xml"/><Relationship Id="rId561" Type="http://schemas.openxmlformats.org/officeDocument/2006/relationships/slide" Target="slides/slide555.xml"/><Relationship Id="rId562" Type="http://schemas.openxmlformats.org/officeDocument/2006/relationships/slide" Target="slides/slide556.xml"/><Relationship Id="rId563" Type="http://schemas.openxmlformats.org/officeDocument/2006/relationships/slide" Target="slides/slide557.xml"/><Relationship Id="rId564" Type="http://schemas.openxmlformats.org/officeDocument/2006/relationships/slide" Target="slides/slide558.xml"/><Relationship Id="rId565" Type="http://schemas.openxmlformats.org/officeDocument/2006/relationships/slide" Target="slides/slide559.xml"/><Relationship Id="rId566" Type="http://schemas.openxmlformats.org/officeDocument/2006/relationships/slide" Target="slides/slide560.xml"/><Relationship Id="rId567" Type="http://schemas.openxmlformats.org/officeDocument/2006/relationships/slide" Target="slides/slide561.xml"/><Relationship Id="rId568" Type="http://schemas.openxmlformats.org/officeDocument/2006/relationships/slide" Target="slides/slide562.xml"/><Relationship Id="rId569" Type="http://schemas.openxmlformats.org/officeDocument/2006/relationships/slide" Target="slides/slide563.xml"/><Relationship Id="rId570" Type="http://schemas.openxmlformats.org/officeDocument/2006/relationships/slide" Target="slides/slide564.xml"/><Relationship Id="rId571" Type="http://schemas.openxmlformats.org/officeDocument/2006/relationships/slide" Target="slides/slide5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4630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400" b="1" i="0" u="none">
                <a:solidFill>
                  <a:srgbClr val="FFFFFF"/>
                </a:solidFill>
                <a:latin typeface="맑은 고딕"/>
              </a:rPr>
              <a:t>Lesson 6  Grammar Build Up 워크북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32720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0" i="0" u="none">
                <a:solidFill>
                  <a:srgbClr val="CFD8E8"/>
                </a:solidFill>
                <a:latin typeface="맑은 고딕"/>
              </a:rPr>
              <a:t>중2 천재(이상기) Lesson 6 · Pattern 1 수동태 / Pattern 2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0" i="0" u="none">
                <a:solidFill>
                  <a:srgbClr val="AEBBD0"/>
                </a:solidFill>
                <a:latin typeface="맑은 고딕"/>
              </a:rPr>
              <a:t>총 562문항 · 클릭 → 정답 공개 → 클릭 → 정답 이유 공개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 u="none">
                <a:solidFill>
                  <a:srgbClr val="FFFFFF"/>
                </a:solidFill>
                <a:latin typeface="맑은 고딕"/>
              </a:rPr>
              <a:t>Pattern 1.  수동태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능동태: 주어가 동작을 하는 것을 말할 때 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수동태: 주어가 동작을 당하거나 받는 것으로, 동작의 주체가 아닌 대상에 초점을 두어 말할 때 사용한다.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수동태의 형태: 「be동사+과거분사(p.p.)」 / 동작을 하는 주체는 「by+행위자」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행위자가 막연한 일반인일 때, 행위자가 분명하지 않거나 중요하지 않을 때는 「by+행위자」를 생략하는 경우가 많다.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수동태의 과거 시제: 「was/were+과거분사」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수동태의 부정문: be동사 다음에 not을 넣는다.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▼ 교과서 예문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A leather pilot jacket and goggles were displayed.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가죽 비행사 재킷과 고글이 전시되어 있었다.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The kitchen is cleaned every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그 부엌은 매일 청소된다.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The living room was painted by my father.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그 거실은 우리 아버지에 의해 칠해졌다.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The house was built by his grandfather in 1910.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그 집은 1910년에 그의 할아버지에 의해 지어졌다.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math problem (solved / was solved) by the student.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math problem (solved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solved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by the student.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solved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수학 문제는 그 학생에 의해 풀렸다.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(ordered / was ordered) a cheese burger.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ordered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was ordered) a cheese burger.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ordered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치즈버거를 주문했다.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(Did / Was) the company (develop / developed) a new menu?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Did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Was) the company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develop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developed) a new menu?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Did, develop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회사는 새 메뉴를 개발했나요?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gift (wasn't / didn't) made by Sam.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gift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didn't) made by Sam.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선물은 Sam이 만든 것이 아니다.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radio was invented by (him / his / he).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radio was invented by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him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his / he).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him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라디오는 그에 의해 발명되었다.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(was eaten / ate) his chocolate cookies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(was eaten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ate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his chocolate cookies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ate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어제 그의 초콜릿 쿠키를 먹었다.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(produced / was produced / was produced by) Lee.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(produced / was produced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produced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Lee.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produced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영화는 Lee에 의해 제작되었다.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Billy (became / was become / was become by) a famous singer.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Billy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became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was become / was become by) a famous singer.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became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Billy는 유명한 가수가 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building (built / was built / was built by) in the 17th century.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building (built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built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was built by) in the 17th century.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built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건물은 17세기에 지어졌다.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houses (were destroyed by / destroyed / are destroyed by) the earthquake in 2011.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houses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destroyed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destroyed / are destroyed by) the earthquake in 2011.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destroyed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많은 집이 2011년 지진으로 파괴되었다.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(take / took / was taken) to the zoo by my uncle.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(take / took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taken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to the zoo by my uncle.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taken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삼촌에 의해 동물원에 데려가졌다.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letter (is writing / was written / will write) by Mary.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letter (is writing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written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will write) by Mary.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written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편지는 Mary에 의해 쓰여졌다.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penguins (died /were died) from the cold.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penguins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died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were died) from the cold.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많은 펭귄이 추위로 죽었다.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was cleaned by (she / me / their).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was cleaned by (she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their).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방은 나에 의해 청소되었다.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Sometimes birds (hunted / are hunted) by other animals.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Sometimes birds (hunted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hunted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by other animals.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hunted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새들은 때때로 다른 동물들에게 사냥당한다.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first paper money (appeared / is appeared) in China around the 10th century A.D.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first paper money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appeared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is appeared) in China around the 10th century A.D.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appeared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최초의 지폐는 서기 10세기경 중국에서 나타났다.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People were deeply (moving / moved) by the story.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People were deeply (moving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moved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by the story.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moved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사람들은 그 이야기에 깊이 감동받았다.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(almost hit / was almost hit) by a car on my way home.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(almost hit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almost hit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by a car on my way home.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almost hit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집에 가는 길에 차에 치일 뻔했다.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Their ship (was destroyed / destroyed) by the storm.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Their ship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destroyed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destroyed) by the storm.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destroyed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그들의 배는 폭풍에 의해 파괴되었다.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Dinosaurs (were existed / existed) millions of years ago.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Dinosaurs (were existed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existed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millions of years ago.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existed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공룡은 수백만 년 전에 존재했다.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Suddenly his window (break / was broken) by a snowball.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Suddenly his window (break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broken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by a snowball.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broken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갑자기 그의 창문이 눈덩이에 의해 깨졌다.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old library (destroyed / was destroyed) by war.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old library (destroyed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destroyed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by war.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destroyed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오래된 도서관은 전쟁으로 파괴되었다.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(Does / Is) the blackboard in our class often cleaned by her?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(Does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the blackboard in our class often cleaned by her?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 반 칠판은 그녀가 자주 청소하니?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early worm (not is / is not) eaten by the early bird.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early worm (not is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not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eaten by the early bird.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not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일찍 일어나는 벌레는 일찍 일어나는 새에게 먹히지 않는다.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Even hamburgers can (deliver / be delivered) in Korea.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Even hamburgers can (deliver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 delivered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in Korea.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delivered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햄버거도 한국에서 배달될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was this four-story house (was built / built / build)?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was this four-story house (was built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built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build)?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built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4층짜리 집은 언제 지어졌나요?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(Are / Do) you (spent / spend) your allowance wisely and carefully?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(Are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you (spent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spend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your allowance wisely and carefully?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Do, spend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너는 용돈을 현명하고 신중하게 쓰니?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(Did / Were) all the people in the house (were invited / invited) to dinner?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(Did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all the people in the house (were invited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invited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to dinner?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Were, invited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집에 있던 모든 사람이 저녁 식사에 초대되었나요?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 (stopped / was stopped / was stopping) on the street by a policeman.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 (stopped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stopped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was stopping) on the street by a policeman.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stopped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Tom은 거리에서 경찰관에게 제지당했다.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light bulb (invented / was invented) in the 1880s.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light bulb (invented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invented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in the 1880s.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invented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전구는 1880년대에 발명되었다.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Those pictures were drawn (with / by) Picasso.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Those pictures were drawn (with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Picasso.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그림들은 피카소에 의해 그려졌다.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hospital (built / was built) in 1999.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hospital (built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built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in 1999.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built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병원은 1999년에 지어졌다.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(hold / are held) the Olympic games every year.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hold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are held) the Olympic games every year.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hold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매년 올림픽 경기를 개최한다.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(was published / published) in 2010.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published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published) in 2010.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published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책은 2010년에 출판되었다.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(was bought / bought) me a CD.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(was bought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bought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me a CD.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bought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아버지가 나에게 CD를 사 주셨다.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children (are liked / like) pasta.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children (are liked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like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pasta.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like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아이들은 파스타를 좋아한다.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(am helped / was helped)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(am helped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helped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helped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어제 도움을 받았다.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Milk (is bought / will be bought) every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Milk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bought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will be bought) every 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bought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우유는 매일 구입된다.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Nick (sent / was send / was sent) to the library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Nick (sent / was send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sent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to the library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Nick은 어제 도서관에 보내졌다.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40번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Liz (gave / was given / will be given) a new toy tomorrow.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Liz (gave / was given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be given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a new toy tomorrow.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be given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Liz는 내일 새 장난감을 받게 될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41번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story (published / was published) 2 years ago.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story (published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published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2 years ago.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published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이야기는 2년 전에 출판되었다.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jewellery was stolen by a thief!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jewellery was stolen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a thief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!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a thief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보석은 도둑에게 도난당했다!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novel “1984” was written by George Orwell.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novel “1984” was written by George Orwell.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X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소설 '1984'는 George Orwell이 썼다.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was pushed over by someone in the line.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was pushed over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someone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the line.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someone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Judy는 줄에서 누군가에 의해 넘어뜨려졌다.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festival is usually held by people every year.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festival is usually held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people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every year.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people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축제는 보통 사람들에 의해 매년 열린다.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One day, Peter is bitten by a spider from a science experiment.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One day, Peter is bitten by a spider from a science experiment.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X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어느 날 Peter는 과학 실험에서 나온 거미에게 물린다.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Anyone in our class is welcomed by us!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Anyone in our class is welcomed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us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!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us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 반의 누구든 우리에게 환영받는다!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letter was sent by post on the 21st of last month.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letter was sent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post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on the 21st of last month.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post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편지는 지난달 21일에 우편으로 보내졌다.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were taught German by a good teacher.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were taught German by a good teacher.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X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 훌륭한 선생님에게 독일어를 배웠다.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Is this room cleaned by cleaners every day?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Is this room cleaned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cleaners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every day?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cleaners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방은 매일 청소부들이 청소하나요?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people were shocked by that news.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people were shocked by that news.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X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많은 사람이 그 소식에 충격을 받았다.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called Beethoven by people.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called Beethoven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people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people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사람들에게 베토벤이라고 불린다.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portrait was painted by a little-known artist.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portrait was painted by a little-known artist.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X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초상화는 무명 화가가 그렸다.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His feelings were really expressed strongly by him in the drawing.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His feelings were really expressed strongly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him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the drawing.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him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그의 감정은 그림 속에서 그에 의해 강하게 표현되었다.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President Kennedy was killed by Lee Harvey Oswald.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President Kennedy was killed by Lee Harvey Oswald.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X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케네디 대통령은 Lee Harvey Oswald에게 살해당했다.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told by someone that my sister was here.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told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someone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my sister was here.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someone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누군가에게서 내 여동생이 여기 있다는 말을 들었다.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Anne was picked by the selectors for the national event.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Anne was picked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the selectors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for the national event.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the selectors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Anne은 선발 위원들에 의해 국가 행사에 뽑혔다.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lot of roses were (bring) to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lot of roses were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brought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brought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많은 장미가 그녀에게 가져다졌다.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new building will (build) next year.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new building will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 built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next year.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built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내년에 새 건물이 지어질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English (speak) all over the world.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English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spoken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all over the world.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spoken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영어는 전 세계에서 사용된다.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won't (find) in the library.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won't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 found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the library.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found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책은 도서관에서 발견되지 않을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letter (write)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letter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written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written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편지는 어제 쓰여졌다.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old newspapers (throw) away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old newspapers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thrown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away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thrown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오래된 신문들은 어제 버려졌다.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work will (do) by him soon.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work will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 done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him soon.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done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일은 곧 그에 의해 끝날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Han River (can, see) from every room in my house.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Han River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 be seen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from every room in my house.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 be seen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한강은 우리 집 모든 방에서 보일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(clean) every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cleaned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every 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cleaned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방은 매일 청소된다.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Somebody (clean) the room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Somebody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cleaned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room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cleaned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누군가 어제 그 방을 청소했다.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Butter (make) from milk.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Butter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made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from milk.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made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버터는 우유로 만들어진다.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Oranges (import) into Canada.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Oranges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imported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into Canada.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imported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오렌지는 캐나다로 수입된다.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house (build) 100 years ago.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house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built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100 years ago.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built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집은 100년 전에 지어졌다.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These houses (build) 100 years ago.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These houses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built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100 years ago.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built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집들은 100년 전에 지어졌다.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Six people (injure) in the accident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Six people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injured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the accident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injured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어제 그 사고로 여섯 명이 다쳤다.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(wake) up by the noise last night.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woken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up by the noise last night.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woken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 어젯밤 소음 때문에 깼다.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brother (bite) by a dog last week.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brother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bitten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a dog last week.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bitten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남동생은 지난주에 개에게 물렸다.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machine (use) very often.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machine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used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very often.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used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기계는 매우 자주 사용된다.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Last night, the window (break) by somebody.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Last night, the window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broken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somebody.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broken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어젯밤 누군가에 의해 창문이 깨졌다.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last e-mail (send) to the wrong address.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last e-mail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sent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the wrong address.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마지막 이메일은 잘못된 주소로 보내졌다.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Paper (make) from wood.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Paper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made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from wood.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made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종이는 나무로 만들어진다.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car (steal) last week.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car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stolen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last week.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stolen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차는 지난주에 도난당했다.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machine (invent) in 1948.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machine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invented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1948.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invented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기계는 1948년에 발명되었다.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Tony (bear) in Rome.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Tony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born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Rome.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born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Tony는 로마에서 태어났다.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German (speak) by many Europeans.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German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spoken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many Europeans.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spoken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독일어는 많은 유럽인에 의해 사용된다.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dog (find) by his owner last night.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dog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found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his owner last night.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found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개는 어젯밤 주인에게 발견되었다.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(invite) her friends to dinner today.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invited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her friends to dinner today.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invited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Judy는 오늘 친구들을 저녁 식사에 초대했다.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Tower of London (build) at the beginning of the eleventh century.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Tower of London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built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at the beginning of the eleventh century.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built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런던 탑은 11세기 초에 지어졌다.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lot of people (invite) to the party yesterday evening.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lot of people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invited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the party yesterday evening.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invited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어제 저녁 많은 사람이 파티에 초대되었다.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picture was (steal)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picture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stolen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stolen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그림은 어제 도난당했다.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song was (sing) by David Smith in 1995.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song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sung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David Smith in 1995.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sung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노래는 1995년에 David Smith가 불렀다.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chair was (break) by my younger brother.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chair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broken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my younger brother.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broken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의자는 내 남동생에 의해 부서졌다.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elephants were (catch) by the people.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elephants were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caught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the people.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caught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코끼리들은 사람들에게 잡혔다.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little child (bite) by my dog last night.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little child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bitten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my dog last night.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bitten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어린아이가 어젯밤 우리 개에게 물렸다.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calendar (not, invent) by Anthony.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calendar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not invented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Anthony.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not invented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달력은 Anthony가 발명한 것이 아니다.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Paper money (use) in China in the 13th century.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Paper money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used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China in the 13th century.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used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지폐는 13세기에 중국에서 사용되었다.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boy kicked the ball.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ball ____________ _____________ by the boy.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boy kicked the ball.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ball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kicked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the boy.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kicked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공은 그 소년에 의해 차였다.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painted the picture.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picture _____________ _____________ ____________ my father.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painted the picture.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picture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painted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my father.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painted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그림은 우리 아버지에 의해 그려졌다.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old man keeps a white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white dog ____________ _____________ ____________ the old man.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old man keeps a white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white dog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kept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old man.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kept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흰 개 한 마리가 그 노인에게 길러진다.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opened the door.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door _____________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opened the door.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door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opened by her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opened by her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문은 그녀에 의해 열렸다.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police officer stopped the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car _____________ _____________ _____________ a police officer.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police officer stopped the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car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stopped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 police officer.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stopped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차는 경찰관에 의해 제지되었다.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Everybody likes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She _____________ _____________ by everybody.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Everybody likes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liked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everybody.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liked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모두에게 사랑받는다.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ate all the bananas.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All the bananas _____________ ____________ by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ate all the bananas.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All the bananas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eaten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eaten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모든 바나나가 그에 의해 먹혔다.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mother painted the wall.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wall ____________ _____________ by my mother.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mother painted the wall.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wall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painted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my mother.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painted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벽은 우리 어머니에 의해 칠해졌다.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made the desk.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desk _____________ _____________ _____________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made the desk.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desk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made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made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책상은 그에 의해 만들어졌다.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Somebody cleans the room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____________ every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Somebody cleans the room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room is cleaned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every 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room is cleaned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방은 매일 청소된다.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drew the picture.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picture ____________ 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drew the picture.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picture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drawn by him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drawn by him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그림은 그에 의해 그려졌다.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 opened the door.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door _____________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 opened the door.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door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opened by Mike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opened by Mike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문은 Mike에 의해 열렸다.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King Sejong made Hangeul.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Hangeul _____________ _____________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King Sejong made Hangeul.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Hangeul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made by King Sejong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made by King Sejong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한글은 세종대왕에 의해 만들어졌다.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sister baked the cookies.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cookies ____________ _____________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sister baked the cookies.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cookies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baked by my sister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baked by my sister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쿠키는 내 여동생이 구웠다.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feed my dog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_____________ _____________ by me every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feed my dog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My dog is fed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me every 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dog is fed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개는 매일 나에게 먹이를 받는다.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These days, people sell shoes online.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These days, shoes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These days, people sell shoes online.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These days, shoes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sold online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sold online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요즘 신발은 온라인으로 팔린다.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Indian art interests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____________ ____________ ____________ Indian art.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Indian art interests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am interested in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Indian art.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am interested in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인도 미술에 관심이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Snow covered the top of the mountain.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top of the mountain _____________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Snow covered the top of the mountain.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top of the mountain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covered with[by] snow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covered with[by] snow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산꼭대기는 눈으로 덮여 있었다.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bought me the watch.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watch _____________ _____________ for me by my father.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bought me the watch.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watch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bought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for me by my father.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bought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시계는 우리 아버지가 나에게 사 주셨다.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French family found the missing child.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missing child _____________ _____________ by a French family.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French family found the missing child.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missing child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found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a French family.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found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실종된 아이는 프랑스인 가족에게 발견되었다.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Min-ho took the pictures at the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pictures ____________ ____________ ____________ Min-ho at the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Min-ho took the pictures at the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pictures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taken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Min-ho at the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taken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사진들은 파티에서 민호가 찍었다.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didn't break the window.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window _____________ _____________ by them.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didn't break the window.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window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wasn't broken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them.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wasn't broken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창문은 그들에 의해 깨지지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didn’t do the 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work _____________ _____________ by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didn’t do the 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work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wasn’t done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wasn’t done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일은 그에 의해 되지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didn't like the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dog _____________ _____________ _____________ by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didn't like the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dog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not liked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not liked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개는 그녀에게 좋아함을 받지 못했다.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doesn't clean the room.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room ____________ ____________ 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doesn't clean the room.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room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isn't cleaned by Judy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isn't cleaned by Judy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방은 Judy가 청소하지 않는다.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didn't pull the boxes.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boxes ____________ ____________ 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didn't pull the boxes.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boxes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weren't pulled by me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weren't pulled by me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상자들은 내가 끌지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Jason didn't break this vase.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_____________ _____________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Jason didn't break this vase.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vase wasn't broken by Jason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vase wasn't broken by Jason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꽃병은 Jason이 깨지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brother didn’t write the book.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book ____________ ____________ 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brother didn’t write the book.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book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wasn’t written by my brother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wasn’t written by my brother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책은 내 형이 쓰지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didn't check students' homework.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Students' homework _____________ _____________ _____________ by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didn't check students' homework.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Students' homework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not checked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not checked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학생들의 숙제는 그에게 검사되지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post man doesn't deliver your letter to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→ Your letter _____________ ____________ _____________ to me by a post man.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post man doesn't deliver your letter to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→ Your letter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not delivered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me by a post man.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not delivered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당신의 편지는 집배원에 의해 나에게 배달되지 않는다.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didn't write this novel.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novel _____________ _____________ _____________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didn't write this novel.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novel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wasn't written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wasn't written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소설은 그녀가 쓰지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guards didn’t lock the back door.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_____________ _____________ ____________ by the guards.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guards didn’t lock the back door.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back door wasn’t locked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the guards.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back door wasn’t locked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뒷문은 경비원들이 잠그지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doesn’t spend money on magazines.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_____________ _____________ ____________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doesn’t spend money on magazines.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Money isn’t spent on magazines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Money isn’t spent on magazines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돈은 그에 의해 잡지에 쓰이지 않는다.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will love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You ____________ _____________ _____________ by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will love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You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be loved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be loved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너는 그녀에게 사랑받게 될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work will be finished by tomorrow.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They _____________ _____________ the work by tomorrow.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work will be finished by tomorrow.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finish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work by tomorrow.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finish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내일까지 그 일을 끝낼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can see many people in the park.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Many people ____________ ____________ ____________ in the park.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can see many people in the park.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Many people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 be seen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the park.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 be seen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공원에서 많은 사람을 볼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Min-su has written these letters.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These letters ____________ _____________ ____________ by Min-su.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Min-su has written these letters.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These letters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have been written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Min-su.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have been written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편지들은 민수가 써 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will build a house.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house will _____________ _____________ by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will build a house.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house will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 built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built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집이 그에 의해 지어질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Every child can use this service.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_____________ _____________ _____________ _____________ every child.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Every child can use this service.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This service can be used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every child.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This service can be used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서비스는 모든 아이가 이용할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 people speak Spanish in Peru?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→ _____________ Spanish _____________ by people in Peru?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 people speak Spanish in Peru?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Spanish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spoken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people in Peru?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Is, spoken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페루에서는 사람들이 스페인어를 사용하나요?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Bell invent the first telephone?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→ _____________ _____________ the first telephone _____________ _____________ Bell?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Bell invent the first telephone?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When was,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first telephone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invented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Bell?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When was, invented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벨은 첫 전화기를 언제 발명했나요?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Cathy take the pictures?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the pictures ____________ ____________ ____________?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Cathy take the pictures?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pictures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taken by Cathy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Were, taken by Cathy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Cathy가 사진을 찍었나요?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the Wright Brothers invent an airplane?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an airplane ____________ ____________ the Wright Brothers?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the Wright Brothers invent an airplane?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When was,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an airplane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invented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Wright Brothers?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When was, invented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라이트 형제는 언제 비행기를 발명했나요?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they wear uniforms at school?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at school?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they wear uniforms at school?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uniforms worn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at school?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uniforms worn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학교에서 교복을 입었나요?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 Beatles sing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_____________  the Beatles?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 Beatles sing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Yesterday sung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 the Beatles?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Yesterday sung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비틀즈가 'Yesterday'를 불렀나요?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 police catch the man?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_____________ by ____________ ____________?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 police catch the man?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the man caught,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police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the man caught, the police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경찰이 그 남자를 잡았나요?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Who invented the telephone?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By ___________ ____________ ____________ ____________ invented?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Who invented the telephone?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whom was the telephone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invented?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whom was the telephone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전화기는 누가 발명했나요?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call him a genius.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______________ ______________ a genius.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call him a genius.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called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 genius.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called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 그를 천재라고 부른다.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can call the machine a computer.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machine ____________ _____________ ___________ a computer.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can call the machine a computer.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machine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 be called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 computer.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 be called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 그 기계를 컴퓨터라고 부를 수 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기계는 컴퓨터라고 불릴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must give penguins food by hand.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Penguins _____________ _____________ _____________ food by hand.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must give penguins food by hand.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Penguins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must be given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food by hand.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must be given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 펭귄에게 손으로 먹이를 줘야 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펭귄은 손으로 먹이를 받아야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Mother made me a white dress.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white dress ____________ ____________ ____________ _____________ by Mother.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Mother made me a white dress.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white dress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made for me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Mother.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made for me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어머니가 나에게 흰 드레스를 만들어 주셨다.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흰 드레스가 어머니에 의해 나를 위해 만들어졌다.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made my life unhappy.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My life _____________ _____________ _____________ by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made my life unhappy.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My life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made unhappy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made unhappy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내 삶을 불행하게 만들었다.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삶은 그녀에 의해 불행해졌다.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found a soldier dead in the forest.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soldier _____________ _____________ _____________ in the forest by them.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found a soldier dead in the forest.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soldier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found dead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the forest by them.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found dead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숲에서 죽은 군인을 발견했다.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죽은 군인이 숲에서 그들에 의해 발견되었다.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babysitter took care of two children.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Two children ____________ ____________ ____________ ____________ ____________ 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babysitter took care of two children.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Two children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taken care of by the babysitter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taken care of by the babysitter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보모는 두 아이를 돌보았다.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두 아이는 그 보모에 의해 돌봐졌다.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Ms. Shelly teaches us math.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_____________  by Ms. Shelly.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Ms. Shelly teaches us math.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 are taught math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 by Ms. Shelly.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 are taught math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Shelly 선생님은 우리에게 수학을 가르치신다.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 Shelly 선생님에게 수학을 배운다.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His mother made him a delicious cake.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delicious cake ____________ ____________ ____________ _____________  by his mother.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His mother made him a delicious cake.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delicious cake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made for him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 by his mother.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made for him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그의 어머니는 그에게 맛있는 케이크를 만들어 주셨다.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맛있는 케이크가 그의 어머니에 의해 그를 위해 만들어졌다.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Eating fast food makes people fat.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_____________ by eating fast food.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Eating fast food makes people fat.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People are made fat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eating fast food.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People are made fat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패스트푸드를 먹는 것은 사람들을 살찌게 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사람들은 패스트푸드를 먹음으로써 살이 찐다.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Yoga will make you healthy.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_____________ _____________ by doing yoga.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Yoga will make you healthy.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You will be made healthy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doing yoga.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You will be made healthy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요가는 당신을 건강하게 해 줄 것이다.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당신은 요가를 함으로써 건강해질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People are invited to the party by Jack.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Jack ____________ _____________ to the party.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People are invited to the party by Jack.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Jack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invites people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the party.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invites people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사람들은 Jack에 의해 파티에 초대된다.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Jack은 사람들을 파티에 초대한다.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first telephone was invented by Bell.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_____________ invented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first telephone was invented by Bell.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Bell,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invented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first telephone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Bell, the first telephone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최초의 전화기는 Bell에 의해 발명되었다.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Bell이 최초의 전화기를 발명했다.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trees will be planted by people in April.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People _____________ _____________ _____________ _____________  in April.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trees will be planted by people in April.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People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plant many trees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 in April.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plant many trees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4월에 사람들에 의해 많은 나무가 심어질 것이다.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사람들은 4월에 많은 나무를 심을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Trees can be seen in the mountain.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_____________ can see trees in the mountain.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Trees can be seen in the mountain.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We[They/People]: 일반인, 끝에 by us(them) 생략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can see trees in the mountain.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We[They/People]: 일반인, 끝에 by us(them) 생략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산에서 나무들을 볼 수 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우리는(일반인은) 산에서 나무들을 볼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crab isn’t caught by Kate.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 the crab.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crab isn’t caught by Kate.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Kate doesn’t catch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crab.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Kate doesn’t catch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게는 Kate에게 잡히지 않는다.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Kate는 게를 잡지 않는다.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Hanguel was created by King Sejong.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_____________ _____________ created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Hanguel was created by King Sejong.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King Sejong,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created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Hanguel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King Sejong, Hanguel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한글은 세종대왕에 의해 만들어졌다.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세종대왕이 한글을 만들었다.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boy was run after by the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dog ____________ _____________ the boy.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boy was run after by the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dog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ran after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boy.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ran after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소년은 개에게 쫓겼다.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개가 그 소년을 쫓았다.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dog will be walked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___________ ____________ ____________ 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dog will be walked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walk the dog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walk the dog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개는 그에 의해 산책될 것이다.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그 개를 산책시킬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was written by Hemingway.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Hemingway ____________ _____________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was written by Hemingway.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Hemingway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wrote this book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wrote this book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책은 헤밍웨이가 썼다.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헤밍웨이가 이 책을 썼다.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teacher was pleased with the boy’s 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boy’s work ___________ ___________ 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teacher was pleased with the boy’s 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boy’s work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pleased the teacher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pleased the teacher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선생님은 그 소년의 작품에 기뻐하셨다.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소년의 작품이 선생님을 기쁘게 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star was loved by teen girls.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Teen girls ____________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star was loved by teen girls.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Teen girls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loved the movie star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loved the movie star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영화배우는 십대 소녀들에게 사랑받았다.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십대 소녀들은 그 영화배우를 사랑했다.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David clean the room after school?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_____________ _____________ _____________ _____________ after school?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David clean the room after school?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the room cleaned by David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after school?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the room cleaned by David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David는 방과 후에 방을 청소했니?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방은 방과 후에 David에 의해 청소되었니?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whole book was read alone by the baby.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 _____________ _____________ _____________ _____________ _____________ alone.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whole book was read alone by the baby.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baby read the whole book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alone.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baby read the whole book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책 전체가 아기에 의해 혼자서 읽혔다.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아기가 혼자서 책 전체를 읽었다.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pen was dropped on the floor by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 _____________ _____________ _____________ on the floor.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pen was dropped on the floor by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dropped the pen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on the floor.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dropped the pen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펜이 나에 의해 바닥에 떨어뜨려졌다.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펜을 바닥에 떨어뜨렸다.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wallet was stolen by the thief yesterday.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_____________ _____________ _____________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wallet was stolen by the thief yesterday.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thief stole my wallet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thief stole my wallet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지갑이 어제 도둑에게 도난당했다.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도둑이 어제 내 지갑을 훔쳤다.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letter can be delivered to him by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can ____________ _____________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letter can be delivered to him by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can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deliver this letter to him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deliver this letter to him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편지는 나에 의해 그에게 전달될 수 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이 편지를 그에게 전달할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CD may be bought online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 the CD online.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CD may be bought online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may buy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CD online.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may buy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CD는 그가 온라인으로 살 수도 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그 CD를 온라인으로 살 수도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By whom were you taught French?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 French?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By whom were you taught French?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Who taught you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French?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Who taught you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너는 누구에게 프랑스어를 배웠니?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누가 너에게 프랑스어를 가르쳤니?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sweater was bought for me by grandma.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 a sweater.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sweater was bought for me by grandma.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Grandma bought me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 sweater.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Grandma bought me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스웨터는 할머니가 나에게 사 주셨다.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할머니가 나에게 스웨터를 사 주셨다.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trees were blown down by the wind.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wind ___________ ____________ ____________ 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trees were blown down by the wind.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wind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blew down the trees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blew down the trees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나무들은 바람에 의해 쓰러졌다.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바람이 나무들을 쓰러뜨렸다.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will be given a ticket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 ____________ a ticket.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will be given a ticket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will give you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 ticket.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will give you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너는 그에게 표를 받을 것이다.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너에게 표를 줄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Fred made a wooden box.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Fred made a wooden box.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 wooden box was made by Fred.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 wooden box was made by Fred.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Fred는 나무 상자를 만들었다.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나무 상자는 Fred에 의해 만들어졌다.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People speak Korean in Korea.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People speak Korean in Korea.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Korean is spoken in Korea (by people).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Korean is spoken in Korea (by people).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사람들은 한국에서 한국어를 말한다.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한국어는 한국에서 (사람들에 의해) 말해진다.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Beethoven composed nine symphonies in his life.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Beethoven composed nine symphonies in his life.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Nine symphonies were composed by Beethoven in his life.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Nine symphonies were composed by Beethoven in his life.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베토벤은 평생 아홉 개의 교향곡을 작곡했다.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아홉 개의 교향곡이 베토벤의 평생 동안 작곡되었다.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can repair the car.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can repair the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car can be repaired by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car can be repaired by him.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그 차를 수리할 수 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차는 그에 의해 수리될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held a farewell party at the club.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held a farewell party at the club.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 farewell party was held by him at the club.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 farewell party was held by him at the club.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클럽에서 송별 파티를 열었다.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송별 파티가 클럽에서 그에 의해 열렸다.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he buy the car?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he buy the car?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When was the car bought by him?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When was the car bought by him?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언제 그 차를 샀니?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차는 언제 그에 의해 구매되었니?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cat threw the mouse.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cat threw the mouse.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mouse was thrown by the cat.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mouse was thrown by the cat.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고양이가 쥐를 던졌다.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쥐가 고양이에 의해 던져졌다.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dad didn't fix my bike.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dad didn't fix my bike.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My bike wasn't fixed by my dad.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bike wasn't fixed by my dad.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아빠는 내 자전거를 고치지 않으셨다.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자전거는 아빠에 의해 고쳐지지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Jimin will break the promise.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Jimin will break the promise.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promise will be broken by Jimin.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promise will be broken by Jimin.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지민은 그 약속을 깰 것이다.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약속은 지민에 의해 깨질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didn't take his umbrella.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didn't take his umbrella.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Junsu‘s umbrella wasn't taken by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Junsu‘s umbrella wasn't taken by him.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준수는 우산을 가져가지 않았다.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준수의 우산은 그에 의해 가져가지지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Star Wars was directed by George Lucas.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Star Wars was directed by George Lucas.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George Lucas directed Star Wars.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George Lucas directed Star Wars.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스타워즈는 조지 루카스가 감독했다.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조지 루카스가 스타워즈를 감독했다.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Wine is not sold by them at that store.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Wine is not sold by them at that store.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They don't sell wine at that store.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They don't sell wine at that store.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와인은 그 가게에서 그들에 의해 팔리지 않는다.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그 가게에서 와인을 팔지 않는다.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he open the window?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he open the window?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the window opened by him?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the window opened by him?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그가 창문을 열었니?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창문이 그에 의해 열렸니?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they hold a meeting last week?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they hold a meeting last week?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a meeting held by them last week?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a meeting held by them last week?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지난주에 회의를 열었니?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회의가 지난주에 그들에 의해 열렸니?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he buy the car?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he buy the car?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When was the car bought by him?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When was the car bought by him?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언제 그 차를 샀니?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차는 언제 그에 의해 구매되었니?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Henry Ford invented the car.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Henry Ford invented the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car was invented by Henry Ford.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car was invented by Henry Ford.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헨리 포드가 자동차를 발명했다.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자동차는 헨리 포드에 의해 발명되었다.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 people speak English in your country?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 people speak English in your country?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English spoken by people in your country?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English spoken by people in your country?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너희 나라에서는 사람들이 영어를 말하니?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너희 나라에서는 영어가 사람들에 의해 말해지니?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Mrs. Dorothy bought some bread.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Mrs. Dorothy bought some bread.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Some bread was bought by Mrs. Dorothy.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Some bread was bought by Mrs. Dorothy.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Dorothy 부인이 빵을 샀다.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빵이 Dorothy 부인에 의해 구매되었다.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can use the tool to fix the bike.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can use the tool to fix the bike.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tool can be used by her to fix the bike.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tool can be used by her to fix the bike.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그 도구를 사용해서 자전거를 고칠 수 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도구는 자전거를 고치기 위해 그녀에 의해 사용될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e-mail will be checked by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e-mail will be checked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will check the e-mail.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will check the e-mail.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이메일은 그에 의해 확인될 것이다.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그 이메일을 확인할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friend can speak and write French.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friend can speak and write French.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French can be spoken and written by my friend.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French can be spoken and written by my friend.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친구는 프랑스어를 말하고 쓸 수 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프랑스어는 내 친구에 의해 말해지고 쓰여질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 has painted his hometown since last year.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 has painted his hometown since last year.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Mike's hometown has been painted by him since last year.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Mike's hometown has been painted by him since last year.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Mike는 작년부터 그의 고향을 그려 왔다.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Mike의 고향은 작년부터 그에 의해 그려져 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uncle is building the red villa by the lake.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uncle is building the red villa by the lake.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red villa by the lake is being built by my uncle.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red villa by the lake is being built by my uncle.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삼촌은 호숫가에 붉은 별장을 짓고 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호숫가의 붉은 별장은 삼촌에 의해 지어지고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didn't do his homework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didn't do his homework yesterday.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Junsu's homework wasn't done by him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Junsu's homework wasn't done by him yesterday.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준수는 어제 숙제를 하지 않았다.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준수의 숙제는 어제 그에 의해 되어지지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can make some cookies.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can make some cookies.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Some cookies can be made by my father.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Some cookies can be made by my father.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아버지는 쿠키를 만드실 수 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쿠키는 아버지에 의해 만들어질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is read by many students.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is read by many students.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Many students read this book.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Many students read this book.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책은 많은 학생들에게 읽힌다.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많은 학생들이 이 책을 읽는다.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Seals visit the lake in the summer.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Seals visit the lake in the summer.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lake is visited by seals in the summer.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lake is visited by seals in the summer.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바다표범들은 여름에 그 호수를 찾는다.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호수는 여름에 바다표범들에게 찾아진다.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explorer discovered the treasure.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explorer discovered the treasure.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treasure was discovered by the explorer.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treasure was discovered by the explorer.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탐험가가 보물을 발견했다.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보물은 탐험가에 의해 발견되었다.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police officer caught the thief.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police officer caught the thief.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thief was caught by the police officer.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thief was caught by the police officer.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경찰관이 도둑을 잡았다.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도둑은 경찰관에게 잡혔다.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rules of the school must be observed.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rules of the school must be observed.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We[People] must observe the rules of the school.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We[People] must observe the rules of the school.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학교 규칙은 지켜져야 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우리는(사람들은) 학교 규칙을 지켜야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All his classmates speak well of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*speak well of ~를 좋게 이야기하다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All his classmates speak well of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*speak well of ~를 좋게 이야기하다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is spoken well of by all his classmates.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is spoken well of by all his classmates.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그의 반 친구들은 모두 그를 좋게 이야기한다.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반 친구들 모두에게 좋은 이야기를 듣는다.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make milk into butter and cheese.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make milk into butter and cheese.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Milk is made into butter and cheese (by us).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Milk is made into butter and cheese (by us).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 우유로 버터와 치즈를 만든다.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우유는 (우리에 의해) 버터와 치즈로 만들어진다.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delicious cake was made for him by his mother.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delicious cake was made for him by his mother.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His mother made him a delicious cake.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His mother made him a delicious cake.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맛있는 케이크가 그의 어머니에 의해 그를 위해 만들어졌다.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그의 어머니가 그에게 맛있는 케이크를 만들어 주셨다.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sister looked after my cat while I was out.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sister looked after my cat while I was out.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My cat was looked after by my sister while I was out.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cat was looked after by my sister while I was out.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내가 외출한 동안 언니가 내 고양이를 돌봤다.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고양이는 내가 외출한 동안 언니에 의해 돌봐졌다.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Curry and rice was made by my mom.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Curry and rice was made by my mom.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My mom made curry and rice.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mom made curry and rice.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카레라이스는 엄마가 만드셨다.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엄마가 카레라이스를 만드셨다.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grand piano is played by Brian.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grand piano is played by Brian.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Brian plays the grand piano.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Brian plays the grand piano.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그랜드 피아노는 Brian이 연주한다.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Brian이 그랜드 피아노를 연주한다.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project must be done by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project must be done by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You must do the project.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You must do the project.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프로젝트는 네가 해야 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너는 그 프로젝트를 해야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must finish this project tomorrow.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must finish this project tomorrow.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This project must be finished by me tomorrow.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This project must be finished by me tomorrow.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내일 이 프로젝트를 끝내야 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프로젝트는 내일 나에 의해 끝내져야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built the large house there.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built the large house there.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large house was built there by them.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large house was built there by them.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그곳에 큰 집을 지었다.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큰 집은 그들에 의해 그곳에 지어졌다.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entertained their guests with music.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entertained their guests with music.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Their guests were entertained with music.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Their guests were entertained with music.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음악으로 손님들을 즐겁게 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손님들은 음악으로 즐거움을 받았다.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jellyfish stung her while she was swimming.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jellyfish stung her while she was swimming.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She was stung by a jellyfish while she was swimming.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was stung by a jellyfish while she was swimming.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그녀가 수영하는 동안 해파리가 그녀를 쏘았다.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수영하는 동안 해파리에게 쏘였다.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Can you learn French easily?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Can you learn French easily?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 French be learned easily?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 French be learned easily?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너는 프랑스어를 쉽게 배울 수 있니?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프랑스어는 쉽게 배워질 수 있니?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show will be directed by Ben.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show will be directed by Ben.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Ben will direct the show.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Ben will direct the show.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쇼는 Ben이 감독할 것이다.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Ben이 그 쇼를 감독할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Was it made by Ms. Collins last week?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Was it made by Ms. Collins last week?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Did Ms. Collins make it last week?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Did Ms. Collins make it last week?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그것은 지난주에 Collins 선생님이 만들었니?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Collins 선생님이 지난주에 그것을 만들었니?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Windows are broken by Nick.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Windows are broken by Nick.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Nick breaks windows.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Nick breaks windows.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창문들은 Nick에 의해 깨진다.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Nick이 창문들을 깬다.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drawing the picture.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drawing the picture.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picture is being drawn by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picture is being drawn by her.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그림을 그리고 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그림이 그녀에 의해 그려지고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78790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gave me his photo.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7879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gave me his photo.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was given his photo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His photo was given to me by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70230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839462"/>
            <a:ext cx="11277295" cy="183565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I was given his photo by him.   /   His photo was given to me by him.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나에게 그의 사진을 주었다.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그에게 그의 사진을 받았다.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그의 사진은 그에 의해 나에게 주어졌다.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will pay one million won.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will pay one million won.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One million won will be paid by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One million won will be paid by him.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백만 원을 낼 것이다.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백만 원이 그에 의해 지불될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police didn't catch the thief.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police didn't catch the thief.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thief wasn't caught by the police.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thief wasn't caught by the police.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경찰은 도둑을 잡지 못했다.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도둑은 경찰에게 잡히지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Careless driving causes many accidents.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Careless driving causes many accidents.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Many accidents are caused by careless driving.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Many accidents are caused by careless driving.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부주의한 운전은 많은 사고를 일으킨다.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많은 사고가 부주의한 운전에 의해 일어난다.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All Koreans love the singer.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All Koreans love the singer.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singer is loved by all Koreans.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singer is loved by all Koreans.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모든 한국인이 그 가수를 사랑한다.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가수는 모든 한국인에게 사랑받는다.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78790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Their parents should teach them good behavior.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7879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Their parents should teach them good behavior.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They should be taught good behavior by their parents.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Good behavior should be taught to them by their parents.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70230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839462"/>
            <a:ext cx="11277295" cy="183565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They should be taught good behavior by their parents.   /   Good behavior should be taught to them by their parents.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부모는 아이들에게 좋은 행동을 가르쳐야 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아이들은 부모에게 좋은 행동을 배워야 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좋은 행동은 부모에 의해 아이들에게 가르쳐져야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door was broken by my friend.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door was broken by my friend.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My friend broke the door.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friend broke the door.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문은 내 친구에 의해 부서졌다.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친구가 문을 부쉈다.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Jane cleaned the bathroom.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Jane cleaned the bathroom.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bathroom was cleaned by Jane.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bathroom was cleaned by Jane.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Jane이 욕실을 청소했다.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욕실은 Jane에 의해 청소되었다.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Minsu didn't send the letter.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Minsu didn't send the letter.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letter wasn’t sent by Minsu.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letter wasn’t sent by Minsu.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민수는 편지를 보내지 않았다.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편지는 민수에 의해 보내지지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girl hit the ball.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girl hit the ball.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ball was hit by the girl.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ball was hit by the girl.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소녀가 공을 쳤다.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공은 소녀에 의해 쳐졌다.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cat caught the mouse.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cat caught the mouse.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mouse was caught by the cat.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mouse was caught by the cat.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고양이가 쥐를 잡았다.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쥐는 고양이에게 잡혔다.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His window was broken by a snowball.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What broke his window?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His window was broken by a snowball.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What broke his window?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A snowball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 snowball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그의 창문은 눈덩이에 의해 깨졌다.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무엇이 그의 창문을 깼니? → 눈덩이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 T-shirt is loved by everyone.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loves a T-shirt?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 T-shirt is loved by everyone.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loves a T-shirt?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Everyone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Everyone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티셔츠는 모두에게 사랑받는다.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티셔츠를 좋아하니? → 모두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The fabric is moved to T-shirt factories.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moves the fabric to T-shirt factories?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The fabric is moved to T-shirt factories.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moves the fabric to T-shirt factories?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천은 티셔츠 공장으로 옮겨진다.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그 천을 티셔츠 공장으로 옮기니? → 알 수 없음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Many birds are hunted for food or sport.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hunts many birds for food or sport?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Many birds are hunted for food or sport.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hunts many birds for food or sport?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많은 새들이 식용이나 스포츠로 사냥된다.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식용이나 스포츠로 많은 새를 사냥하니? → 알 수 없음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Last night, I ordered fried chicken, and it was delivered in less than 30 minutes.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delivered fried chicken?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Last night, I ordered fried chicken, and it was delivered in less than 30 minutes.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delivered fried chicken?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어젯밤 나는 프라이드치킨을 주문했는데 30분도 안 되어 배달되었다.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프라이드치킨을 배달했니? → 알 수 없음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The Boat Race is usually held every year.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holds the Boat Race every year?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The Boat Race is usually held every year.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holds the Boat Race every year?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보트 레이스는 보통 매년 열린다.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매년 보트 레이스를 여니? → 알 수 없음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8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8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At the school cafeteria, Juliet is picked on by Hugh, the meanest boy at her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Q. At the school cafeteria, who picks on Juliet?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8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8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At the school cafeteria, Juliet is picked on by </a:t>
            </a:r>
            <a:r>
              <a:rPr sz="1800" b="1" i="0" u="sng">
                <a:solidFill>
                  <a:srgbClr val="C03A2E"/>
                </a:solidFill>
                <a:latin typeface="맑은 고딕"/>
              </a:rPr>
              <a:t>Hugh, the meanest boy at her school</a:t>
            </a:r>
            <a:r>
              <a:rPr sz="18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Q. At the school cafeteria, who picks on Juliet?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Hugh, the meanest boy at her school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학교 식당에서 Juliet은 학교에서 가장 못된 소년 Hugh에게 괴롭힘을 당한다.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학교 식당에서 누가 Juliet을 괴롭히니? → 학교에서 가장 못된 소년 Hugh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Rapunzel was a long-haired girl who was locked up in a tower by an old witch.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locked up Rapunzel in a tower?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Rapunzel was a long-haired girl who was locked up in a tower by an old witch.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locked up Rapunzel in a tower?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An old witch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An old witch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Rapunzel은 긴 머리의 소녀로 늙은 마녀에 의해 탑에 갇혔다.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Rapunzel을 탑에 가뒀니? → 늙은 마녀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This festival is supported by many organizations and businesses.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supports this festival?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This festival is supported by many organizations and businesses.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supports this festival?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Many organizations and businesses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Many organizations and businesses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축제는 많은 단체와 기업의 후원을 받는다.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이 축제를 후원하니? → 많은 단체와 기업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This four-story house was built in 2011.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built this four-story house in 2011?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This four-story house was built in 2011.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built this four-story house in 2011?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4층 집은 2011년에 지어졌다.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2011년에 이 4층 집을 지었니? → 알 수 없음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Dokdo was first recorded as part of Korea in the 500s.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recorded Dokdo as part of Korea in the 500s?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Dokdo was first recorded as part of Korea in the 500s.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recorded Dokdo as part of Korea in the 500s?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독도는 500년대에 처음으로 한국의 일부로 기록되었다.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500년대에 독도를 한국의 일부로 처음 기록했니? → 알 수 없음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Once your hearing is damaged, you may not be able to recover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damages your hearing?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Once your hearing is damaged, you may not be able to recover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damages your hearing?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청력이 한번 손상되면 회복하지 못할 수도 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당신의 청력을 손상시키니? → 알 수 없음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78790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6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6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The world was surprised by the first Jamaican bobsleigh team at the 1988 Winter Olympic  Games in Calgary.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Q. Who surprised the world at the 1988 Winter Olympic Games in Calgary?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7879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6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6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The world was surprised by the first Jamaican bobsleigh team at the 1988 Winter Olympic  Games in Calgary.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Q. Who surprised the world at the 1988 Winter Olympic Games in Calgary?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600" b="1" i="0" u="sng">
                <a:solidFill>
                  <a:srgbClr val="C03A2E"/>
                </a:solidFill>
                <a:latin typeface="맑은 고딕"/>
              </a:rPr>
              <a:t>The first Jamaican bobsleigh team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70230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839462"/>
            <a:ext cx="11277295" cy="183565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first Jamaican bobsleigh team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1988년 캘거리 동계 올림픽에서 세계는 자메이카 최초의 봅슬레이 팀에 놀랐다.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1988년 캘거리 동계 올림픽에서 세계를 놀라게 했니? → 자메이카 최초의 봅슬레이 팀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This yellow dust is made in the deserts of China and it blows to Korea.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What makes this yellow in the deserts of China?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This yellow dust is made in the deserts of China and it blows to Korea.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What makes this yellow in the deserts of China?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황사는 중국의 사막에서 만들어져 한국으로 불어온다.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무엇이 중국의 사막에서 이 황사를 만드니? → 알 수 없음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Her first Harry Potter book was turned down by many publishers.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turned down her first Harry Potter book?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Her first Harry Potter book was turned down by many publishers.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turned down her first Harry Potter book?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Many publishers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Many publishers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그녀의 첫 해리 포터 책은 많은 출판사에게 거절당했다.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그녀의 첫 해리 포터 책을 거절했니? → 많은 출판사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During his time, Monet’s work was not liked by the top artists in Paris.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didn't like Monet’s work?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During his time, Monet’s work was not liked by the top artists in Paris.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didn't like Monet’s work?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The top artists in Paris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top artists in Paris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당시 모네의 작품은 파리의 최고 화가들에게 좋아하는 대상이 아니었다.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모네의 작품을 좋아하지 않았니? → 파리의 최고 화가들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Many giant tortoises were caught and carried to the ship that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caught and carried giant tortoises to the ship?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Many giant tortoises were caught and carried to the ship that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caught and carried giant tortoises to the ship?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그날 많은 거북이가 잡혀서 배로 옮겨졌다.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거북이를 잡아 배로 옮겼니? → 알 수 없음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They met a storm. So their ship was destroyed, and they landed on a deserted island.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What destroyed their ship?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They met a storm. So their ship was destroyed, and they landed on a deserted island.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What destroyed their ship?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A storm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 storm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폭풍을 만났다. 그래서 배가 부서졌고 무인도에 닿았다.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무엇이 그들의 배를 부쉈니? → 폭풍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While Washington was directing the construction of the bridge, he was paralyzed by an accident.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What paralyzed Washington?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While Washington was directing the construction of the bridge, he was paralyzed by an accident.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What paralyzed Washington?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An accident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An accident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Washington은 다리 건설을 지휘하던 중 사고로 마비되었다.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무엇이 Washington을 마비시켰니? → 사고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The old library was destroyed by war.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What destroyed the old library?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The old library was destroyed by war.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What destroyed the old library?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War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오래된 도서관은 전쟁으로 파괴되었다.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무엇이 그 오래된 도서관을 파괴했니? → 전쟁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___________________ every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cleaned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every 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cleaned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방은 매일 청소된다.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Paper ___________________ from wood.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Paper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made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from wood.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made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종이는 나무로 만들어진다.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There was a fire at the hotel last week. Two of the rooms ___________________.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There was a fire at the hotel last week. Two of the rooms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damaged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damaged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지난주 호텔에 화재가 있었다. 방 두 개가 피해를 입었다.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car _____________ last week but the next day it _______________ by the police.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car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stolen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last week but the next day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found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the police.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stolen, was found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차는 지난주에 도난당했지만 다음 날 경찰에 의해 발견되었다.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saw an accident yesterday. Two people ___________________ to hospital.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cause    give    invite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make    find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saw an accident yesterday. Two people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taken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hospital.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cause    give    invite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make    find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taken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어제 사고를 봤다. 두 사람이 병원으로 옮겨졌다.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accidents ___________________ by dangerous driving.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accidents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caused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dangerous driving.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caused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많은 사고가 위험한 운전 때문에 일어난다.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Police are looking for the missing boy. He can’t ___________________ anywhere.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Police are looking for the missing boy. He can’t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 found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anywhere.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found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경찰은 실종된 소년을 찾고 있다. 그는 어디에서도 발견될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‘Where did you get this picture?’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’It ___________________ to me by a friend of mine.’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‘Where did you get this picture?’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’It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given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me by a friend of mine.’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given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"이 그림 어디서 났어?" "내 친구가 나에게 줬어."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’Did Jim and Sue go to the wedding?’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‘No. They ___________________ but they didn’t go’.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’Did Jim and Sue go to the wedding?’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‘No. They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invited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but they didn’t go’.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invited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"Jim과 Sue는 결혼식에 갔니?" "아니. 그들은 초대받았지만 가지 않았어."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’How old is this film?’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‘It ___________________ in 1965.‘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’How old is this film?’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‘It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made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1965.‘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made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"이 영화는 얼마나 오래됐니?" "1965년에 만들어졌어."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9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Your cat doesn’t look well.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You’re right. It doesn’t. It should _________________ to the vet. (take)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Your cat doesn’t look well.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You’re right. It doesn’t. It should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 taken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the vet. (take)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taken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A: 어제 누가 프린터를 고쳤니? B: 응, 고쳐졌어.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A: 네 고양이가 건강해 보이지 않아. B: 맞아, 그래. 수의사에게 데려가야 해.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9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Why didn’t she come to your party?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Because she ________________________. (not, invite).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Why didn’t she come to your party?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Because she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wasn’t invited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(not, invite).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wasn’t invited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A: 어제 누가 프린터를 고쳤니? B: 응, 고쳐졌어.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A: 그녀는 왜 네 파티에 안 왔니? B: 초대받지 않았기 때문이야.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9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Do they include service in the bill?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service ________________________. (include)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Will they put off the meeting?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Do they include service in the bill?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service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included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(include)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Will they put off the meeting?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included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A: 어제 누가 프린터를 고쳤니? B: 응, 고쳐졌어.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A: 계산서에 서비스 요금이 포함되어 있나요? B: 네, 서비스 요금은 포함되어 있습니다.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9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I’m sure the meeting _____________________________. (put off)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I’m sure the meeting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be put off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(put off)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be put off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B: 나는 그 회의가 연기될 거라고 확신해.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9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Can we leave our bicycles in the driveway?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No. Bicycles ________________________________________ (leave) in the driveway.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Can we leave our bicycles in the driveway?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No. Bicycles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cannot be left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(leave) in the driveway.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cannot be left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A: 자전거를 진입로에 둬도 되나요? B: 아니요. 자전거는 진입로에 놓아둘 수 없습니다.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Two bottles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of coke are drunk by him every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Two bottles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of coke are drunk by him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How many bottles of coke are drunk by him?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How many bottles of coke are drunk by him?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차는 Mark가 운전했다. → 그 차는 누가 운전했니?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콜라 두 병이 매일 그에 의해 마셔진다. → 콜라 몇 병이 그에 의해 마셔지니?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No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, flowers aren’t picked by Judy?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No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, flowers aren’t picked by Judy?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flowers picked by Judy?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flowers picked by Judy?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아니, 꽃은 Judy가 꺾지 않았어. → 꽃은 Judy가 꺾었니?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painted the picture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 France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painted the picture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 France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Where was the picture painted?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Where was the picture painted?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프랑스에서 그림을 그렸다. → 그 그림은 어디에서 그려졌니?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No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, they aren't. These books aren't sold in Korea.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No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, they aren't. These books aren't sold in Korea.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these books sold in Korea?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these books sold in Korea?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아니, 그렇지 않아. 이 책들은 한국에서 팔리지 않아. → 이 책들은 한국에서 팔리니?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will serve breakfast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at 8 o’clock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will serve breakfast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at 8 o’clock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What time will breakfast be served?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What time will breakfast be served?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8시에 아침을 제공할 것이다. → 아침은 몇 시에 제공되니?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Yes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, it was. The letter was written by John.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Yes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, it was. The letter was written by John.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the letter written by John?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the letter written by John?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응, 그랬어. 그 편지는 John이 썼어. → 그 편지는 John이 썼니?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plates are kept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 the cupboard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plates are kept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 the cupboard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Where are the plates kept?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Where are the plates kept?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접시들은 찬장에 보관된다. → 접시들은 어디에 보관되니?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sent the message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email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sent the message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email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How was the message sent?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How was the message sent?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이메일로 메시지를 보냈다. → 메시지는 어떻게 보내졌니?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Someone will clean the car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every week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Someone will clean the car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every week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How often will the car be cleaned?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How often will the car be cleaned?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누군가 매주 그 차를 세차할 것이다. → 그 차는 얼마나 자주 세차될까?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make these toys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 London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make these toys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 London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Where are these toys made?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Where are these toys made?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런던에서 이 장난감들을 만든다. → 이 장난감들은 어디에서 만들어지니?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plane was flown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over the airfield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plane was flown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over the airfield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Where was the plane flown?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Where was the plane flown?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비행기는 비행장 위로 날아갔다. → 그 비행기는 어디에서 비행했니?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surprised _________ the news.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surprised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news.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그 소식에 놀랐다.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wine is made __________ French grapes.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wine is made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from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French grapes.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from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와인은 프랑스 포도로 만들어진다.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am interested __________ making a robot.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am interested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making a robot.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로봇 만드는 데 관심이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cake is covered __________ fresh cream.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cake is covered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with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fresh cream.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with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케이크는 신선한 크림으로 덮여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I'm tired __________ this rainy weather.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I'm tired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of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this rainy weather.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of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이 비 오는 날씨에 질렸다.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box is filled __________ books.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box is filled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with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books.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with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상자는 책으로 가득 차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mother was surprised __________ the news.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mother was surprised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news.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 어머니는 그 소식에 놀라셨다.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Emily is excited __________ going on this trip.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Emily is excited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about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going on this trip.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about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Emily는 이번 여행을 가는 것에 신이 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Psy was known __________ people around the world.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Psy was known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people around the world.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싸이는 전 세계 사람들에게 알려져 있었다.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bag is made __________ leather.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bag is made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of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leather.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of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가방은 가죽으로 만들어졌다.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surprised __________ the news.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surprised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news.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그 소식에 놀랐다.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Mrs. Dorothy was baked by some bread.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Mrs. Dorothy was baked by some bread.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baked by → baked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baked by → baked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Dorothy 부인이 빵을 구웠다.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 books are bought by Dad last night.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 books are bought by Dad last night.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bought → were bought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bought → were bought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어젯밤에 아빠가 책을 몇 권 사셨다(사 오셨다).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 your meals cooked by your dad on weekends?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 your meals cooked by your dad on weekends?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Do → Are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Do → Are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너희 식사는 주말마다 아빠가 요리하시니?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Soccer plays in most countries of the world.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Soccer plays in most countries of the world.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plays → is played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plays → is played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축구는 세계 대부분의 나라에서 경기된다.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Why did the letter send to the wrong address?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Why did the letter send to the wrong address?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did the letter send → was the letter sent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did the letter send → was the letter sent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편지는 왜 잘못된 주소로 보내졌니?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English and French is spoken in Canada.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English and French is spoken in Canada.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→ are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→ are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영어와 프랑스어는 캐나다에서 사용된다.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Jean Valjean was stolen some bread.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Jean Valjean was stolen some bread.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stolen → stole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stolen → stole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장 발장은 빵을 훔쳤다.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picture was painted to Picaso.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picture was painted to Picaso.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 → by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 →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그림은 피카소에 의해 그려졌다.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house built 100 years ago.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house built 100 years ago.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built → was built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built → was built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집은 100년 전에 지어졌다.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Where are you born?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Where are you born?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→ were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→ were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당신은 어디에서 태어났습니까?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How many languages are speaking in Switzerland?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How many languages are speaking in Switzerland?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speaking → spoken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speaking → spoken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스위스에서는 몇 개 언어가 사용되니?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Somebody broke into our house, but nothing stolen.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Somebody broke into our house, but nothing stolen.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stolen → was stolen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stolen → was stolen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누군가 우리 집에 침입했지만 아무것도 도난당하지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was invented the bicycle?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was invented the bicycle?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invented the bicycle → the bicycle invented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invented the bicycle → the bicycle invented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자전거는 언제 발명되었니?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Harry Potter was written J.K. Rowling.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Harry Potter was written J.K. Rowling.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J.K. Rowling → by J.K. Rowling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J.K. Rowling → by J.K. Rowling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해리 포터는 J.K. 롤링에 의해 쓰였다.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forest covered with tall pine trees.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forest covered with tall pine trees.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covered → was covered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covered → was covered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숲은 키 큰 소나무들로 덮여 있었다.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Is life existed on other planets?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Is life existed on other planets?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life existed → Does life exist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life existed → Does life exist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다른 행성에도 생명체가 존재하니?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Eiffel Tower built by a French engineer Gustave Eiffel in 1889.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Eiffel Tower built by a French engineer Gustave Eiffel in 1889.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built → was built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built → was built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에펠탑은 1889년에 프랑스 기술자 귀스타브 에펠에 의해 지어졌다.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car were made in Korea.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car were made in Korea.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→ was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→ was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차는 한국에서 만들어졌다.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light bulb was invented to Edison.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light bulb was invented to Edison.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 → by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 →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전구는 에디슨에 의해 발명되었다.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 room cleaned by her?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 room cleaned by her?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Did → Was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Did → Was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방은 그녀가 청소했니?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held concerts on Dokdo.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held concerts on Dokdo.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held → held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held → held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독도에서 콘서트를 열었다.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will be cleaning by a staff.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will be cleaning by a staff.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cleaning → cleaned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cleaning → cleaned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방은 직원이 청소할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rabbit is chasing by a tiger.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rabbit is chasing by a tiger.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chasing → chased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chasing → chased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토끼는 호랑이에게 쫓기고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dog caught by a big mouse.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dog caught by a big mouse.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caught → was caught or caught by → caught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caught → was caught or caught by → caught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개가 큰 쥐에게 잡혔다.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pet dog is eaten two candies every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pet dog is eaten two candies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eaten → eats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eaten → eats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반려견은 매일 사탕 두 개를 먹는다.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lot of food will prepared by them for the party.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lot of food will prepared by them for the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prepared → will be prepared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prepared → will be prepared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파티를 위해 많은 음식이 그들에 의해 준비될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the bridge build?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the bridge build?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did the bridge build → was the bridge built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did the bridge build → was the bridge built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다리는 언제 지어졌니?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wasn't taken his umbrella.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wasn't taken his umbrella.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wasn't taken → didn't take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wasn't taken → didn't take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준수는 우산을 가져가지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bus was appeared around the corner.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bus was appeared around the corner.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appeared → appeared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appeared → appeared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버스가 모퉁이를 돌아 나타났다.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was changed my life completely.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was changed my life completely.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changed → changed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changed → changed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책은 내 삶을 완전히 바꿔 놓았다.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buildings didn't build by them.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buildings didn't build by them.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didn't build → weren't built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didn't build → weren't built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건물들은 그들에 의해 지어지지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seen study English by me.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seen study English by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study → to study[studying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study → to study[studying]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내가 영어를 공부하는 것을 보았다.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will be broken by accident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will be broken by accident yesterday.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be → was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be → was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차는 어제 사고로 부서졌다.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mom was watered flowers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mom was watered flowers yesterday.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watered → watered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watered → watered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 엄마는 어제 꽃에 물을 주셨다.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singer loves by all Koreans.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singer loves by all Koreans.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loves → is loved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loves → is loved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가수는 모든 한국인에게 사랑받는다.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golden mask was finding by Mr. White.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golden mask was finding by Mr. White.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finding → found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finding → found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황금 가면은 White 씨에 의해 발견되었다.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By whom was the book wrote?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By whom was the book wrote?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wrote → written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wrote → written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책은 누가 썼니?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problem will easily solved by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problem will easily solved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easily solved → will be easily solved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easily solved → will be easily solved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문제는 그가 쉽게 풀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photos wasn't taken at that moment.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photos wasn't taken at that moment.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wasn't → weren't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wasn't → weren't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사진들은 그때 찍히지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Good luck would be bring by good names.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Good luck would be bring by good names.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bring → brought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bring → brought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좋은 이름은 행운을 가져다줄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Lots of energy will saved by solar power.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Lots of energy will saved by solar power.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saved → will be saved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saved → will be saved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태양열 발전으로 많은 에너지가 절약될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was your computer screen broke?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was your computer screen broke?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broke → broken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broke → broken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네 컴퓨터 화면은 언제 깨졌니?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will be deliver to you by tomorrow.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will be deliver to you by tomorrow.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deliver → delivered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deliver → delivered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책은 내일까지 네게 배달될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bag is made by leather.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bag is made by leather.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→ of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→ of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가방은 가죽으로 만들어졌다.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had a new car and a boat.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had a new car and a boat.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had → had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had → had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새 차와 보트를 가지고 있었다.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Jane isn't satisfied by her apartment.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Jane isn't satisfied by her apartment.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→ with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→ with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Jane은 자신의 아파트에 만족하지 않는다.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satisfied by his excellent performance.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satisfied by his excellent performance.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→ with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→ with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그의 훌륭한 연기에 만족했다.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don’t think Mario loved by everybody.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don’t think Mario loved by everybody.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loved → is loved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loved → is loved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Mario가 모든 사람에게 사랑받는다고 생각하지 않는다.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cat was called to Kitty by Jenny.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cat was called to Kitty by Jenny.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 Kitty → Kitty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 Kitty → Kitty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고양이는 Jenny에 의해 Kitty라고 불렸다.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50번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shop is opened next week.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shop is opened next week.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→ will be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→ will be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가게는 다음 주에 문을 열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51번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Who America discovered by?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Who America discovered by?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Who → Who was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Who → Who was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미국은 누구에 의해 발견되었니?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편지들은 어제 그의 의해 읽혀졌다.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read, letters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편지들은 어제 그의 의해 읽혀졌다.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read, letters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letters were read by him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letters were read by him yesterday.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이 기계는 나의 아버지에 의해서 발명되었다.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machine, invent, father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이 기계는 나의 아버지에 의해서 발명되었다.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machine, invent, father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This machine was invented by my father.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This machine was invented by my father.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오렌지는 한국으로 수입된다.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oranges, import, into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오렌지는 한국으로 수입된다.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oranges, import, into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Oranges are imported into Korea.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Oranges are imported into Korea.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희곡은 William Shakespeare에 의해 쓰였다.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play, write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희곡은 William Shakespeare에 의해 쓰였다.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play, write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play was written by William Shakespeare.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play was written by William Shakespeare.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며칠 전 나는 개한테 물렸다.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bite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__________ __________ __________ __________ __________ __________ a few days ago.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며칠 전 나는 개한테 물렸다.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bite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was bitten by a dog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 few days ago.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was bitten by a dog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전화는 언제 발명되었습니까?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telephone, invent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전화는 언제 발명되었습니까?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telephone, invent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When was the telephone invented?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When was the telephone invented?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프랑스어는 캐나다에서 사용된다.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speak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프랑스어는 캐나다에서 사용된다.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speak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French is spoken in Canada.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French is spoken in Canada.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문은 John에 의해 잠겼다.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door, lock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문은 John에 의해 잠겼다.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door, lock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door was locked by John.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door was locked by John.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아이들은 경찰에 의해 발견되었다.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find, the police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아이들은 경찰에 의해 발견되었다.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find, the police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children were found by the police.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children were found by the police.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약속은 모든 사람에 의해 지켜졌다.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promise, keep, everybody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약속은 모든 사람에 의해 지켜졌다.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promise, keep, everybody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promise was kept by everybody.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promise was kept by everybody.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장면에서 많은 배우들이 부상을 입었다.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actor, injure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__________ __________ __________ __________ at the scene.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장면에서 많은 배우들이 부상을 입었다.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actor, injure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Many actors were injured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at the scene.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Many actors were injured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그들은 종이가 중국 사람들에 의해 발명되었다고 믿었다.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believe, a paper, invent, Chinese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그들은 종이가 중국 사람들에 의해 발명되었다고 믿었다.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believe, a paper, invent, Chinese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They believed a paper was invented by Chinese.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They believed a paper was invented by Chinese.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이 쿠키들은 우리 엄마에 의해 구워졌다.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these cookies, bake, my mom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이 쿠키들은 우리 엄마에 의해 구워졌다.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these cookies, bake, my mom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These cookies were baked by my mom.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These cookies were baked by my mom.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어제, 그 의자들은 민수에 의해서 부서졌다.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break, Minsu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Yesterday, __________ __________ __________ __________ __________ 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어제, 그 의자들은 민수에 의해서 부서졌다.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break, Minsu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Yesterday,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chairs were broken by Minsu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chairs were broken by Minsu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 u="none">
                <a:solidFill>
                  <a:srgbClr val="FFFFFF"/>
                </a:solidFill>
                <a:latin typeface="맑은 고딕"/>
              </a:rPr>
              <a:t>Pattern 2.  so ~ that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「so+형용사/부사+that」은 ‘너무 ~해서 …하다’라는 의미로, that 다음에는 「주어+동사」의 절이 온다.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▼ 교과서 예문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It was so detailed that the honeybee looked alive.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그것은 너무 세밀해서 꿀벌이 살아 있는 것처럼 보였다.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This museum is so amazing that you will never forget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이 박물관은 너무 놀라워서 당신은 절대 잊지 못할 것이다.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It was so hot that I couldn’t go out.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너무 더워서 나는 밖에 나갈 수 없었다.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He speaks so clearly that everyone can understand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그는 너무 분명하게 말해서 모두가 그를 이해할 수 있다.</a:t>
            </a:r>
          </a:p>
        </p:txBody>
      </p:sp>
    </p:spTree>
  </p:cSld>
  <p:clrMapOvr>
    <a:masterClrMapping/>
  </p:clrMapOvr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movie was boring.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fell asleep.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movie was boring.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fell asleep.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movie was so boring that I fell asleep.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movie was so boring that I fell asleep.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영화는 너무 지루해서 나는 잠들었다.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This computer is small.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 carry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This computer is small.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 carry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This computer is so small that I can carry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This computer is so small that I can carry it.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컴퓨터는 너무 작아서 내가 들고 다닐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coffee was hot.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drink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coffee was hot.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drink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coffee was so hot that she couldn't drink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coffee was so hot that she couldn't drink it.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커피는 너무 뜨거워서 그녀는 마실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studied very hard.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passed the exam.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studied very hard.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passed the exam.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She studied so hard that she passed the exam.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studied so hard that she passed the exam.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열심히 공부해서 시험에 합격했다.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table was heavy.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move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table was heavy.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move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table was so heavy that I couldn't move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table was so heavy that I couldn't move it.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탁자는 너무 무거워서 나는 옮길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questions are difficult.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can't answer them.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questions are difficult.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can't answer them.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questions are so difficult that I can't answer them.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questions are so difficult that I can't answer them.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문제들은 너무 어려워서 나는 답할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Jack was injured so badly.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had to be in the hospital for a few months.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Jack was injured so badly.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had to be in the hospital for a few months.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Jack was injured so badly that he had to be in the hospital for a few months.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Jack was injured so badly that he had to be in the hospital for a few months.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Jack은 너무 심하게 다쳐서 몇 달 동안 입원해야 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Today was very warm.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 hardly work.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Today was very warm.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 hardly 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Today was so warm that I could hardly work.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Today was so warm that I could hardly work.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오늘은 너무 따뜻해서 나는 거의 일할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very tired last night.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fall asleep.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very tired last night.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fall asleep.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was so tired last night that I couldn't fall asleep.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was so tired last night that I couldn't fall asleep.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어젯밤 너무 피곤해서 잠들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Jenny was very thirsty.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decided to have a lot of water.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Jenny was very thirsty.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decided to have a lot of water.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Jenny was so thirsty that she decided to have a lot of water.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Jenny was so thirsty that she decided to have a lot of water.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Jenny는 너무 목이 말라서 물을 많이 마시기로 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Two hours are very short.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can't discuss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Two hours are very short.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can't discuss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Two hours are so short that we can't discuss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Two hours are so short that we can't discuss it.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두 시간은 너무 짧아서 우리는 그것을 논의할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animal moves very quickly.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People can't see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animal moves very quickly.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People can't see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animal moves so quickly that people can't see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animal moves so quickly that people can't see it.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동물은 너무 빨리 움직여서 사람들이 볼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spoke so quickly.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understand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spoke so quickly.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understand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spoke so quickly that I couldn't understand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spoke so quickly that I couldn't understand him.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빨리 말해서 나는 그를 이해할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lecture was very interesting.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Jenny listened to it carefully.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lecture was very interesting.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Jenny listened to it carefully.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lecture was so interesting that Jenny listened to it carefully.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The lecture was so interesting that Jenny listened to it carefully.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강의는 너무 흥미로워서 Jenny는 주의 깊게 들었다.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You run very fast.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can't follow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You run very fast.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can't follow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You run so fast that I can't follow you.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You run so fast that I can't follow you.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너는 너무 빨리 달려서 나는 너를 따라갈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Gangnam becomes popular.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Thousands of tourists visit there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Combine the two sentences using ‘too ~ to’: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문장을 ‘too ~ to …’ 구문을 사용하여 한 문장으로 만드시오.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Gangnam becomes popular.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Thousands of tourists visit there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Combine the two sentences using ‘too ~ to’: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문장을 ‘too ~ to …’ 구문을 사용하여 한 문장으로 만드시오.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Gangnam becomes so popular that thousands of tourists visit there every 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Gangnam becomes so popular that thousands of tourists visit there every day.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강남은 너무 유명해져서 매일 수천 명의 관광객이 그곳을 방문한다.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is very busy.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can't take a break.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is very busy.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can't take a break.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is too busy to take a break.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is too busy to take a break.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바빠서 쉴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very hungry.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say a word.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very hungry.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say a word.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was too hungry to say a word.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was too hungry to say a word.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배고파서 한마디도 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has become very fat.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cannot wear her old clothes.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has become very fat.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cannot wear her old clothes.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She has become too fat to wear her old clothes.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has become too fat to wear her old clothes.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살이 쪄서 예전 옷을 입을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was very nervous.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couldn’t perform well on stage.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was very nervous.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couldn’t perform well on stage.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was too nervous to perform well on stage.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was too nervous to perform well on stage.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긴장해서 무대에서 잘 해내지 못했다.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Judy arrived very late.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couldn’t catch the train.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Judy arrived very late.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couldn’t catch the train.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Judy arrived too late to catch the train.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Judy arrived too late to catch the train.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Judy는 너무 늦게 도착해서 기차를 탈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Her behaviour was very rude.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tolerate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Her behaviour was very rude.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tolerate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Her behaviour was too rude for me to tolerate.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Her behaviour was too rude for me to tolerate.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그녀의 행동은 너무 무례해서 나는 참을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weather was very hot.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didn’t go out.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weather was very hot.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didn’t go out.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weather was too hot for us to go out.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weather was too hot for us to go out.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날씨가 너무 더워서 우리는 나가지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problem was very difficult.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solve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problem was very difficult.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solve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problem was too difficult for me to solve.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problem was too difficult for me to solve.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문제는 너무 어려워서 나는 풀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love Korean houses because the floors are very warm.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The floors are ____________ ____________ that I love Korean houses.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love Korean houses because the floors are very warm.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The floors are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warm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love Korean houses.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warm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바닥이 매우 따뜻해서 한옥을 좋아한다.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very dark, so he turned on the light.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It was ____________ ____________ ____________  he turned on the light.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very dark, so he turned on the light.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It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dark 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 he turned on the light.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dark that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너무 어두워서 그는 불을 켰다.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she speaks so fast, I can't understand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speaks ____________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she speaks so fast, I can't understand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speaks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fast that I can't understand her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fast that I can't understand her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그녀가 너무 빨리 말해서 나는 그녀를 이해할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the movie was exciting, I wanted to watch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The movie was ____________ ____________ ____________ I wanted to watch it again.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the movie was exciting, I wanted to watch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exciting 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 wanted to watch it again.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exciting that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영화가 너무 재미있어서 나는 그것을 다시 보고 싶었다.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couldn't go to school because I was very sick yesterday.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I was so __________ __________ __________ __________ go to school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couldn't go to school because I was very sick yesterday.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I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sick that I couldn’t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go to school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sick that I couldn’t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어제 너무 아파서 학교에 갈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she was very sick, she couldn't go to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was ____________ ____________ ____________ ____________ ____________ ____________ to school.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she was very sick, she couldn't go to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sick that she couldn't go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school.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sick that she couldn't go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아파서 학교에 갈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the wind was so strong, it blew my hat off my head.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The wind was ____________ ____________ ____________ ____________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the wind was so strong, it blew my hat off my head.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The wind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strong that it blew my hat off my head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strong that it blew my hat off my head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바람이 너무 세서 내 모자가 머리에서 날아갔다.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I became so close to my homestay family, it was hard to say good-bye.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I became ___________ ___________ ___________ ___________ ___________ ___________ ___________ ___________ __________ __________ to say good-bye.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I became so close to my homestay family, it was hard to say good-bye.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I became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close to my homestay family that it was hard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say good-bye.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close to my homestay family that it was hard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홈스테이 가족과 너무 가까워져서 작별 인사를 하기가 힘들었다.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so ______________ that I couldn’t sleep.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excited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couldn’t sleep.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excited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신이 나서 잠들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rain was so ______________ that it made our picnic impossible.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rain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heavy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it made our picnic impossible.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heavy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비가 너무 많이 와서 우리의 소풍이 불가능했다.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walked so ______________ that he couldn’t catch up with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clearly    dark    bright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walked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fast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he couldn’t catch up with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clearly    dark    bright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fast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빨리 걸어서 그가 나를 따라잡을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so ______________ that I couldn't see his face.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couldn't see his face.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dark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너무 어두워서 나는 그의 얼굴을 볼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light was so ______________ that she had to cover her eyes.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light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bright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she had to cover her eyes.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bright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빛이 너무 밝아서 그녀는 눈을 가려야 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Our teacher speaks so ______________ that everyone can understand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boring    beautiful    horrible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much    easy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Our teacher speaks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clearly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everyone can understand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boring    beautiful    horrible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much    easy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clearly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 선생님은 너무 또렷하게 말씀하셔서 모두가 이해할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are so ______________ that I can’t get my eyes off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are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beautiful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can’t get my eyes off you.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beautiful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너는 너무 아름다워서 나는 눈을 뗄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test was so ______________ that I didn't need to check my answers.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test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easy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didn't need to check my answers.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easy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시험은 너무 쉬워서 나는 답을 확인할 필요가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had such a ______________ day that we felt depressed.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had such a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horrible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day that we felt depressed.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horrible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 너무 끔찍한 하루를 보내서 우울했다.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programmes are so ______________ that nobody watches them.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programmes are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boring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nobody watches them.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boring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프로그램들은 너무 지루해서 아무도 보지 않는다.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have grown so ______________ that I hardly recognized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tired    hot    poor    busy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have grown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much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hardly recognized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tired    hot    poor    busy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much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너는 너무 많이 자라서 나는 너를 거의 알아보지 못했다.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too ______________ to go shopping.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busy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go shopping.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busy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바빠서 쇼핑하러 갈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It’s just too _____________ to sleep in summer.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It’s just too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hot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sleep in summer.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여름에는 너무 더워서 잠을 잘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______________ to walk any more.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walk any more.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tired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피곤해서 더 이상 걸을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 children are too ______________ to buy toys that they want.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tall    sleepy    nervous     interesting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expensive    heavy    cold    hot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 children are too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poor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buy toys that they want.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tall    sleepy    nervous     interesting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expensive    heavy    cold    hot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poor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어떤 아이들은 너무 가난해서 원하는 장난감을 살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were too ______________  to focus in the class.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were too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sleepy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 to focus in the class.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sleepy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너무 졸려서 수업에 집중할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too ______________  to do well on the test.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nervous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 to do well on the test.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nervous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긴장해서 시험을 잘 볼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truck is too ______________  to go through the tunnel.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truck is too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tall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 to go through the tunnel.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tall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트럭은 너무 높아서 터널을 지나갈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is so ______________ that I can finish it in a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is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can finish it in a 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interesting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책은 너무 재미있어서 하루 만에 다 읽을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weather was so ______________ that the river froze.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weather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cold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the river froze.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cold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날씨가 너무 추워서 강이 얼었다.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axe was so ______________ that no one could lift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axe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heavy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no one could lift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heavy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도끼는 너무 무거워서 아무도 들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road surface became so ______________ that it melted.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road surface became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hot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it melted.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도로 표면이 너무 뜨거워져서 녹았다.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ring is so ______________ that James can't buy it for his girlfriend.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ring is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expensive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James can't buy it for his girlfriend.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expensive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반지는 너무 비싸서 James는 여자친구에게 사 줄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so angry that he couldn't speak.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was ____________ angry ____________ speak.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so angry that he couldn't speak.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angry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speak.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too, to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화가 나서 말할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am so tired that I can't walk any more.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am ____________ tired ____________ walk any more.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am so tired that I can't walk any more.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am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tired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walk any more.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too, to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피곤해서 더 이상 걸을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truck was so heavy that it couldn't cross the bridge.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truck was ____________ heavy ____________ _______________ the bridge.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truck was so heavy that it couldn't cross the bridge.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truck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heavy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 cross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bridge.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too, to cross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트럭은 너무 무거워서 다리를 건널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Calvin is so shy that he can't get along with his classmates.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Calvin is ____________ ____________ ____________ get along with his classmates.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Calvin is so shy that he can't get along with his classmates.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Calvin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shy to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get along with his classmates.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shy to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Calvin은 너무 수줍어서 반 친구들과 어울리지 못한다.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little boy is so short that he can't reach the shelf.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little boy is ____________ ____________ ____________ reach the shelf.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little boy is so short that he can't reach the shelf.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little boy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short to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reach the shelf.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short to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어린 소년은 키가 너무 작아서 선반에 손이 닿지 않는다.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so big that he can't wear the jeans.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is ____________ ____________ ____________ ____________ the jeans.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so big that he can't wear the jeans.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big to wear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jeans.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big to wear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커서 그 청바지를 입을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am so busy that I can't play tennis with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am ____________ ____________ ____________ ____________ ____________ with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am so busy that I can't play tennis with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am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busy to play tennis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with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busy to play tennis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바빠서 그와 테니스를 칠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is so difficult that I cannot read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book is ____________ ____________ for me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is so difficult that I cannot read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book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difficult,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for me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 read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difficult, to read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책은 너무 어려워서 나는 읽을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blue shirt is so big that I can't wear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blue shirt is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blue shirt is so big that I can't wear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blue shirt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big for me to wear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big for me to wear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파란 셔츠는 너무 커서 나는 입을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plate is so hot that she can’t touch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plate ____________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plate is so hot that she can’t touch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plate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too hot for her to touch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too hot for her to touch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접시는 너무 뜨거워서 그녀는 만질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Junho was too surprised to say anything.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Junho was ____________ surprised ____________ he couldn't say anything.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Junho was too surprised to say anything.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Junho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surprised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 couldn't say anything.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준호는 너무 놀라서 아무 말도 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James is too shy to speak to strangers.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James is ____________ _____________ ____________ he can't speak to strangers.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James is too shy to speak to strangers.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James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shy 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 can't speak to strangers.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shy that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James는 너무 수줍어서 낯선 사람들에게 말을 걸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tired to clean the room.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was ____________ tired ____________ he ____________ clean the room.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tired to clean the room.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tired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couldn't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clean the room.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that, couldn't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피곤해서 방을 청소할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nervous to 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was ____________ nervous that he ____________ sleep.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nervous to 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nervous that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couldn't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sleep.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couldn't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긴장해서 잠잘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too dark to follow the bear's tracks.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It was ____________ dark ____________ we ____________ follow the bear's tracks.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too dark to follow the bear's tracks.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It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dark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we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couldn't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follow the bear's tracks.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that, couldn't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너무 어두워서 우리는 곰의 발자국을 따라갈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Adam is too young to travel long distances.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Adam is ____________ young ____________ he ____________ travel long distances.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Adam is too young to travel long distances.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Adam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young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travel long distances.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that, can't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Adam은 너무 어려서 먼 거리를 여행할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box is too heavy for me to carry.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box is ____________ heavy ____________ I ____________ carry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box is too heavy for me to carry.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box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heavy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carry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that, can't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상자는 너무 무거워서 나는 그것을 들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Mr. Yun is too poor to buy a house.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Mr. Yun is ____________ ____________ ____________ he ____________ buy a house.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Mr. Yun is too poor to buy a house.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Mr. Yun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poor that,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buy a house.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poor that, can't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윤 씨는 너무 가난해서 집을 살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was too tired to go out.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Judy was ____________ ____________ that ____________ ____________ go out.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was too tired to go out.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Judy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tired,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she couldn't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go out.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tired, she couldn't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Judy는 너무 피곤해서 밖에 나갈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too exhausted to go up to the top of the mountain.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was ____________ ____________ ____________ ____________ ____________ ____________ up to the top of the mountain.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too exhausted to go up to the top of the mountain.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exhausted that I couldn't go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up to the top of the mountain.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exhausted that I couldn't go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지쳐서 산 정상까지 올라갈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man was too ambitious to be satisfied with the prize.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man was ____________ ____________ ____________ ____________ ____________ ____________ satisfied with the prize.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man was too ambitious to be satisfied with the prize.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man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ambitious that he couldn't be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satisfied with the prize.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ambitious that he couldn't be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남자는 너무 야심이 커서 그 상에 만족할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Tommy is too young to drive a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Tommy is ____________ ____________ ____________ ____________ ____________ drive a car.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Tommy is too young to drive a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Tommy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young that he can't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drive a car.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young that he can't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Tommy는 너무 어려서 차를 운전할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short to reach the books.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____________ ____________ ____________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short to reach the books.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so short that he couldn't reach the books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so short that he couldn't reach the books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키가 너무 작아서 책에 손이 닿지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young to walk.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____________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young to walk.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so young that he couldn't walk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so young that he couldn't walk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어려서 걸을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waves are too high for boats to leave the port.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waves are so __________ __________ __________ __________ __________ __________ 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waves are too high for boats to leave the port.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waves are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high that boats can’t leave the port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high that boats can’t leave the port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파도가 너무 높아서 배들이 항구를 떠날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too short to press the button.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She was so ____________ that ____________ _____________ ____________ the button.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too short to press the button.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She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short,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she couldn't press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button.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short, she couldn't press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키가 너무 작아서 버튼을 누를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Kevin was too busy to eat lunch.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Kevin was so busy ____________ ____________ ____________ ____________ ____________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Kevin was too busy to eat lunch.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Kevin was so busy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 he couldn't eat lunch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that he couldn't eat lunch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Kevin은 너무 바빠서 점심을 먹을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were too nervous to 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They were ____________ ____________ that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were too nervous to 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They were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nervous,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they couldn't sleep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nervous, they couldn't sleep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너무 긴장해서 잘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problem is too hard for her to solve.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problem is ____________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problem is too hard for her to solve.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problem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hard that she can’t solve it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hard that she can’t solve it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문제는 너무 어려워서 그녀가 풀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went to the zoo because the weather was so nice.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weather was ____________ ____________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went to the zoo because the weather was so nice.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weather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nice that we went to the zoo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nice that we went to the zoo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날씨가 너무 좋아서 우리는 동물원에 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problem is too difficult for me to solve.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problem ____________ ____________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problem is too difficult for me to solve.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problem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so difficult that I can't solve it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so difficult that I can't solve it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문제는 너무 어려워서 나는 풀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shouted at the audience because she got so angry.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She was ____________ ____________ ____________ she shouted at the audience.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shouted at the audience because she got so angry.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She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angry 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she shouted at the audience.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angry that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화가 나서 청중에게 소리를 질렀다.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table is too heavy for me to carry.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table is ____________ heavy ____________ ____________ ____________ ____________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table is too heavy for me to carry.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table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heavy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 I can’t carry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 I can’t carry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탁자는 너무 무거워서 나는 그것을 들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Cathy was too tired to walk the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Cathy was ____________ tired ____________ ____________ ____________ walk the dog.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Cathy was too tired to walk the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Cathy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tired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 she couldn't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walk the dog.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 she couldn't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Cathy는 너무 피곤해서 개를 산책시킬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bird was very weak. So it couldn't catch the worm.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bird was ____________ ____________ ____________ ____________ the worm.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bird was ____________ ____________ ____________ ____________ ____________ ____________ the worm.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bird was very weak. So it couldn't catch the worm.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bird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weak to catch,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worm.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bird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weak that it couldn't catch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worm.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weak to catch, so weak that it couldn't catch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새는 너무 약해서 벌레를 잡을 수 없었다.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새는 너무 약해서 벌레를 잡을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very sleepy.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keep my eyes open.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I was so _________________________________________.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I was _____________________________________________.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very sleepy.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keep my eyes open.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I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sleepy that I couldn't keep my eyes open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I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sleepy to keep my eyes open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sleepy that I couldn't keep my eyes open   /   (2) too sleepy to keep my eyes open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졸려서 눈을 뜨고 있을 수 없었다.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졸려서 눈을 뜨고 있을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was very busy.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take summer holiday last year.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was very busy.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take summer holiday last year.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She was so busy that she couldn't take summer holiday last year.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(2) She was too busy to take summer holiday last year.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She was so busy that she couldn't take summer holiday last year.   /   (2) She was too busy to take summer holiday last year.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바빠서 작년에 여름휴가를 갈 수 없었다.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바빠서 작년에 여름휴가를 갈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sick.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do my homework.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sick.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do my homework.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I was so sick that I couldn't do my homework.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(2) I was too sick to do my homework.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I was so sick that I couldn't do my homework.   /   (2) I was too sick to do my homework.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아파서 숙제를 할 수 없었다.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아파서 숙제를 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girl was nervous.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sit still.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girl ___________________________________________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girl was nervous.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sit still.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girl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was so nervous that she couldn't sit still (2) The girl was too nervous to sit still.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was so nervous that she couldn't sit still   /   (2) The girl was too nervous to sit still.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소녀는 너무 긴장해서 가만히 앉아 있을 수 없었다.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소녀는 너무 긴장해서 가만히 앉아 있을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were late.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couldn't go to the party.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were late.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couldn't go to the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We were so late that we couldn't go to the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(2) We were too late to go to the party.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We were so late that we couldn't go to the party.   /   (2) We were too late to go to the party.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 너무 늦어서 파티에 갈 수 없었다.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 너무 늦어서 파티에 갈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so sleepy.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focus in class.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so sleepy.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focus in class.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I was so sleepy that I couldn’t focus in class.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(2) I was too sleepy to focus in class.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I was so sleepy that I couldn’t focus in class.   /   (2) I was too sleepy to focus in class.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졸려서 수업에 집중할 수 없었다.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졸려서 수업에 집중할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was exhausted.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take care of her two brothers any more.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was exhausted.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take care of her two brothers any more.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She was so exhausted that she couldn't take care of her two brothers any more.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(2) She was too exhausted to take care of her two brothers any more.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She was so exhausted that she couldn't take care of her two brothers any more.   /   (2) She was too exhausted to take care of her two brothers any more.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지쳐서 더 이상 두 남동생을 돌볼 수 없었다.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지쳐서 더 이상 두 남동생을 돌볼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bags are very heavy.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can't carry them.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bags _________________________________________.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bags _________________________________________.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bags are very heavy.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can't carry them.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bags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so heavy that she can’t carry them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bags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heavy for her to carry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are so heavy that she can’t carry them   /   (2) too heavy for her to carry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가방들은 너무 무거워서 그녀는 그것들을 들 수 없다.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가방들은 너무 무거워서 그녀는 그것들을 들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book is difficult.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can't understand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book _________________________________________.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book _________________________________________.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book is difficult.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can't understand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book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so difficult that I can’t understand it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book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too difficult for me to understand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is so difficult that I can’t understand it   /   (2) is too difficult for me to understand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책은 너무 어려워서 나는 이해할 수 없다.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책은 너무 어려워서 나는 이해할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shirt was very small.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wear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shirt was very small.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wear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The shirt was so small that I couldn't wear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(2) The shirt was too small for me to wear.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The shirt was so small that I couldn't wear it.   /   (2) The shirt was too small for me to wear.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셔츠는 너무 작아서 나는 입을 수 없었다.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셔츠는 너무 작아서 나는 입을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6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그녀는 너무 늙어서 빨리 달릴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She was so 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She was ___________________________________________.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그녀는 너무 늙어서 빨리 달릴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She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old that she couldn't run fast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She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old to run fast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old that she couldn't run fast   /   (2) too old to run fast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6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Sally는 너무 아파서 밖에 나갈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Sally was __________________________________________.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Sally was __________________________________________.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Sally는 너무 아파서 밖에 나갈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Sally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sick that she couldn't go out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Sally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sick to go out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so sick that she couldn't go out   /   (2) too sick to go out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6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물은 너무 뜨거워서 내가 마실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water _________________________________________.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water _________________________________________.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물은 너무 뜨거워서 내가 마실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water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so hot that I couldn't drink it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water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too hot for me to drink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was so hot that I couldn't drink it   /   (2) was too hot for me to drink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6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나는 내 아들과 함께 놀아주기에 너무나 바빴다.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나는 내 아들과 함께 놀아주기에 너무나 바빴다.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I was so busy that I couldn't play with my son.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I was too busy to play with my son.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I was so busy that I couldn't play with my son.   /   (1) I was too busy to play with my son.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6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노트북은 너무 비싸서 나는 그것을 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laptop ________________________________________.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laptop ________________________________________.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노트북은 너무 비싸서 나는 그것을 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laptop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so expensive that I couldn’t buy it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laptop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too expensive for me to buy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was so expensive that I couldn’t buy it   /   (2) was too expensive for me to buy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so young that she can`t go to school.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so young that she can`t go to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She is too young to go to school.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is too young to go to school.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어려서 학교에 갈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was too full to drink a glass of water.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was too full to drink a glass of water.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Judy was so full that she couldn't drink a glass of water.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Judy was so full that she couldn't drink a glass of water.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Judy는 너무 배가 불러서 물 한 잔도 마실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 was so shy that he couldn’t ask out Anne for a date.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 was so shy that he couldn’t ask out Anne for a date.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Tom was too shy to ask out Anne for a date.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Tom was too shy to ask out Anne for a date.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Tom은 너무 수줍어서 Anne에게 데이트를 신청할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Amelia was so weak that she couldn‘t travel long distance.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Amelia was so weak that she couldn‘t travel long distance.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Amelia was too weak to travel long distance.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Amelia was too weak to travel long distance.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Amelia는 너무 약해서 먼 거리를 여행할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daughter is too young to go to school.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daughter is too young to go to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My daughter is so young that she can’t go to school.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daughter is so young that she can’t go to school.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딸은 너무 어려서 학교에 갈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so polite that she can't refuse the proposal.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so polite that she can't refuse the proposal.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She is too polite to refuse the proposal.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is too polite to refuse the proposal.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예의 바라서 그 제안을 거절할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tea was too hot for me to drink.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tea was too hot for me to drink.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tea was so hot that I couldn’t drink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tea was so hot that I couldn’t drink it.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차는 너무 뜨거워서 나는 마실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are so tired that we can’t walk anymore.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are so tired that we can’t walk anymore.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 are too tired to walk anymore.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 are too tired to walk anymore.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 너무 피곤해서 더 이상 걸을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Lucy was too lazy to finish the work on time.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Lucy was too lazy to finish the work on time.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Lucy was so lazy that she couldn’t finish the work on time.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Lucy was so lazy that she couldn’t finish the work on time.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Lucy는 너무 게을러서 제시간에 일을 끝낼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problem was so difficult that I couldn’t find the answer.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problem was so difficult that I couldn’t find the answer.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problem was too difficult for me to find the answer.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problem was too difficult for me to find the answer.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문제는 너무 어려워서 나는 답을 찾을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stone is so heavy that you can't lift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stone is so heavy that you can't lift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stone is too heavy for you to lift.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stone is too heavy for you to lift.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돌은 너무 무거워서 너는 들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too arrogant to speak to us.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too arrogant to speak to 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She is so arrogant that she can’t speak to us.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is so arrogant that she can’t speak to us.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거만해서 우리에게 말을 걸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so boring that I couldn't watch all the way to the end.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so boring that I couldn't watch all the way to the end.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movie was too boring for me to watch all the way to the end.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The movie was too boring for me to watch all the way to the end.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영화는 너무 지루해서 나는 끝까지 볼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so poor that he can't buy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so poor that he can't buy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is too poor to buy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is too poor to buy it.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가난해서 그것을 살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pants are too tight for him to wear.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pants are too tight for him to wear.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pants are so tight that he can't wear them.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pants are so tight that he can't wear them.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바지는 너무 꽉 껴서 그는 입을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I finished cleaning, I was too tired to exercise.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I finished cleaning, I was too tired to exercise.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When I finished cleaning, I was so tired that I couldn't exercise.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When I finished cleaning, I was so tired that I couldn't exercise.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청소를 끝냈을 때 나는 너무 피곤해서 운동을 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too proud to admit his fault.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too proud to admit his fault.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is so proud that he can’t admit his fault.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is so proud that he can’t admit his fault.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자존심이 강해서 자신의 잘못을 인정할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news is too good to be true.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news is too good to be true.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This news is so good that it cannot be true.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This news is so good that it cannot be true.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소식은 너무 좋아서 사실일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hopeless to learn anything.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hopeless to learn anything.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was so hopeless that he couldn't learn anything.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was so hopeless that he couldn't learn anything.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희망이 없어서 아무것도 배울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was so tired that he couldn't drive.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was so tired that he couldn't drive.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My father was too tired to drive.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father was too tired to drive.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 아버지는 너무 피곤해서 운전할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His friends warned him that the fox was too mean to be a friend.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His friends warned him that the fox was too mean to be a friend.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His friends warned him that the fox was so mean that he[she] couldn’t be a friend.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His friends warned him that the fox was so mean that he[she] couldn’t be a friend.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그의 친구들은 그 여우가 너무 못돼서 친구가 될 수 없다고 그에게 경고했다.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sweater was ___________________________ that Kate couldn't ______________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sweater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expensive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Kate couldn't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buy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expensive, buy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스웨터는 너무 비싸서 Kate는 그것을 살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Junho was ___________________________ that he could _____________ in first.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Junho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fast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he could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come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first.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fast, come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준호는 너무 빨라서 1등으로 들어올 수 있었다.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Susie was ___________________________ that she couldn’t _______________ even a step.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busy    early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attend    get    follow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Susie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shocked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she couldn’t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move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even a step.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busy    early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attend    get    follow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shocked, move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Susie는 너무 놀라서 한 발자국도 움직일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runs ___________________________ that Hanna can't _______________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runs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fast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Hanna can't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follow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fast, follow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준수는 너무 빨리 달려서 Hanna는 그를 따라갈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Sunny was ___________________________ that she could not ______________ the meeting.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Sunny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busy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she could not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attend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meeting.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busy, attend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Sunny는 너무 바빠서 회의에 참석할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arrived ___________________________ that she could _______________ a good seat.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strong    stay    hot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burn    blow    sick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arrived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early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she could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get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 good seat.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strong    stay    hot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burn    blow    sick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early, get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Judy는 너무 일찍 도착해서 좋은 자리를 잡을 수 있었다.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wind was ___________________________ that it ______________ my hat off my head.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wind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strong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blew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my hat off my head.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strong, blew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바람이 너무 세서 내 모자가 머리에서 날아갔다.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food was ___________________________ that It ______________ my tongue.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food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hot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burned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my tongue.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hot, burned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음식이 너무 뜨거워서 혀를 데었다.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___________________________ that I had to ______________ in bed all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forget    loud    love    touched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busy    nice    hear    cry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sick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had to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stay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bed all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forget    loud    love    touched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busy    nice    hear    cry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sick, stay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아파서 하루 종일 침대에 누워 있어야 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Sunny was ___________________________ that she almost 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Sunny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touched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she almost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cried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touched, cried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Sunny는 너무 감동해서 거의 울 뻔했다.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Jiseop’s voice is ___________________________ that it can ________________ from far away.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Jiseop’s voice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loud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it can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 heard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from far away.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loud, be heard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지섭이의 목소리는 너무 커서 멀리서도 들릴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Jihun was ___________________________ that he ______________ to do his homework.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Jihun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busy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forgot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do his homework.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busy, forgot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지훈이는 너무 바빠서 숙제하는 것을 잊었다.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Sungkyu is ___________________________ that everyone ______________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Sungkyu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nice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everyone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loves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nice, loves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성규는 너무 착해서 모두가 그를 사랑한다.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Mr. Kim is so kind that his students like.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Mr. Kim is so kind that his students like.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like → like him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like → like him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Kim 선생님은 너무 친절해서 학생들이 그를 좋아한다.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place was beautiful so that they wanted to live there.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place was beautiful so that they wanted to live there.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beautiful so → so beautiful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beautiful so → so beautiful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장소는 너무 아름다워서 그들은 거기서 살고 싶어 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brother is so young that can't see the movie.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brother is so young that can't see the movie.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 can't → that he can't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that can't → that he can't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동생은 너무 어려서 그 영화를 볼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bus started so sudden that I fell over.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bus started so sudden that I fell over.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sudden → suddenly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sudden → suddenly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버스가 너무 갑자기 출발해서 나는 넘어졌다.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so busy that she can't call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so busy that she can't call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 → couldn't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can't → couldn't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바빠서 그에게 전화할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bag was so expensive that he couldn't buy.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bag was so expensive that he couldn't buy.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couldn't buy → couldn't buy 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couldn't buy → couldn't buy it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가방은 너무 비싸서 그는 그것을 살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so pretty that I can't be angry at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so pretty that I can't be angry at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 → couldn't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can't → couldn't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예뻐서 나는 그녀에게 화를 낼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food was so hot that we couldn't eat.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food was so hot that we couldn't eat.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eat → eat 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eat → eat it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음식은 너무 뜨거워서 우리는 그것을 먹을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plan was so well that I accepted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plan was so well that I accepted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well → good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well → good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계획은 너무 좋아서 나는 그것을 받아들였다.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actor was so nervously that he forgot what to do next.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actor was so nervously that he forgot what to do next.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nervously → nervous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nervously → nervous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배우는 너무 긴장해서 다음에 무엇을 해야 할지 잊어버렸다.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is so difficult that I can't read.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is so difficult that I can't read.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read → read 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read → read it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책은 너무 어려워서 나는 읽을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box is too big for her to carry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box is too big for her to carry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carry it → carry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carry it → carry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저 상자는 너무 커서 그녀가 들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question is too easy that I can answer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question is too easy that I can answer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 so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문제는 너무 쉬워서 나는 답할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was so difficult to interest readers.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was so difficult to interest readers.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→ too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→ too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책은 너무 어려워서 독자들의 흥미를 끌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busy answering the phone.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busy answering the phone.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answering → to answer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answering → to answer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바빠서 전화를 받을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table was too heavy for me to move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table was too heavy for me to move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move it → move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move it → move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탁자는 너무 무거워서 내가 옮길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Minji was so shocked that she can’t say a word.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Minji was so shocked that she can’t say a word.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can’t → couldn’t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can’t → couldn’t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민지는 너무 충격을 받아서 한 마디도 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Mary was so busy to have lunch.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Mary was so busy to have lunch.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→ too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→ too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Mary는 너무 바빠서 점심을 먹을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doll was so cute that I buy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doll was so cute that I buy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buy → bought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buy → bought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인형이 너무 귀여워서 나는 그것을 샀다.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poor buying the bag.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poor buying the bag.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buying → to buy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buying → to buy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가난해서 그 가방을 살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dress is too small for her to wear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dress is too small for her to wear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wear it → wear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wear it → wear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드레스는 너무 작아서 그녀가 입을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is too late that I can't play the piano.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is too late that I can't play the piano.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 so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너무 늦어서 나는 피아노를 칠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so busy to go to the movie today.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so busy to go to the movie today.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→ too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→ too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바빠서 오늘 영화를 보러 갈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so thirsty to want to drink something.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so thirsty to want to drink something.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 want to drink something → that he wanted to drink something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to want to drink something → that he wanted to drink something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목이 말라서 무언가를 마시고 싶었다.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rained so hard that I can't go out.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rained so hard that I can't go out.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 → couldn't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can't → couldn't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비가 너무 세게 내려서 나는 밖에 나갈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runs too fast that we can't catch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runs too fast that we can't catch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 so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빨리 달려서 우리는 그녀를 잡을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so boring for him to sleep.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so boring for him to 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for him to sleep → that he slept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for him to sleep → that he slept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영화는 너무 지루해서 그는 잠이 들었다.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eyes were very painful that I went to see a doctor.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eyes were very painful that I went to see a doctor.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very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very → so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눈이 너무 아파서 나는 병원에 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soup was too hot that I couldn't eat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soup was too hot that I couldn't eat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 so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수프는 너무 뜨거워서 나는 먹을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so full that he can't eat anything more.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so full that he can't eat anything more.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 → couldn't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can't → couldn't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배가 불러서 더 이상 아무것도 먹을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kind that he could take me home.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kind that he could take me home.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 so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너무 친절해서 나를 집에 데려다줄 수 있었다.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very amazing that we would never forget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very amazing that we would never forget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very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very → so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그것은 너무 놀라워서 우리는 결코 잊지 못할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was too good that I couldn't put it down.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was too good that I couldn't put it down.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→so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→so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책은 너무 좋아서 나는 내려놓을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 was so shy that he can't ask a question to his teacher.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 was so shy that he can't ask a question to his teacher.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 → couldn't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can't → couldn't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Mike는 너무 수줍어서 선생님께 질문할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I’m too nervous that I can’t sleep at night.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I’m too nervous that I can’t sleep at night.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 so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긴장해서 밤에 잘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threw the ball so fast that I can't catch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threw the ball so fast that I can't catch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 catch → couldn't catch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can't catch → couldn't catch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공을 너무 빨리 던져서 나는 잡을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speak so fastly that I can't follow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speak so fastly that I can't follow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fastly → fast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fastly → fast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너는 너무 빨리 말해서 나는 따라갈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novel was such amusing that I read it twice.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novel was such amusing that I read it twice.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such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such → so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소설은 너무 재미있어서 나는 두 번 읽었다.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so tired that she goes to bed early.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so tired that she goes to bed early.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goes → went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goes → went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너무 피곤해서 일찍 잠자리에 들었다.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40번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boy was tall so that he could touch the ceiling.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boy was tall so that he could touch the ceiling.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tall so that → so tall that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tall so that → so tall that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소년은 너무 키가 커서 천장에 손이 닿았다.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41번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exam was too difficult to finish it in 50 minutes.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exam was too difficult to finish it in 50 minutes.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finish it  → finish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finish it  → finish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시험은 너무 어려워서 50분 안에 끝낼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42번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was so a difficult problem that nobody solved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was so a difficult problem that nobody solved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→ such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→ such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그것은 너무 어려운 문제여서 아무도 풀지 못했다.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43번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so nervously that I couldn't do my best at the exam.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so nervously that I couldn't do my best at the exam.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nervously → nervous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nervously → nervous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너무 긴장해서 시험에서 최선을 다할 수 없었다.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배우는 너무 긴장해서 그의 대사를 잊었다.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(the, lines, nervous, actor, he, his, was, that, forgot, so)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배우는 너무 긴장해서 그의 대사를 잊었다.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The actor was so nervous that he forgot his lines.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actor was so nervous that he forgot his lines.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그는 너무 바빠서 그녀의 생일 파티에 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(birthday, that, her, he, so, to, was, busy, go, he, couldn't, party)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그는 너무 바빠서 그녀의 생일 파티에 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He was so busy that he couldn't go to her birthday party.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was so busy that he couldn't go to her birthday party.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책이 너무 재미있어서 몇 시간 만에 다 읽었다.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(reading, was, within, so, the, a few, book, I, interesting, hours, that, finished, it)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책이 너무 재미있어서 몇 시간 만에 다 읽었다.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The book was so interesting that I finished reading it within a few hours.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The book was so interesting that I finished reading it within a few hours.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Cathy는 타자를 너무 빨리 쳐서 우리는 그녀의 손가락을 볼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(Cathy, couldn't, fast, her, that, see, typed, so, we  fingers)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Cathy는 타자를 너무 빨리 쳐서 우리는 그녀의 손가락을 볼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Cathy typed so fast that we couldn't see her fingers.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Cathy typed so fast that we couldn't see her fingers.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그곳은 너무나 예뻐서 그들은 거기에 살고 싶었다.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(the, live, beautiful, so, they, was, wanted, that, to, place, there)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그곳은 너무나 예뻐서 그들은 거기에 살고 싶었다.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The place was so beautiful that they wanted to live there.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place was so beautiful that they wanted to live there.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내 동생은 너무 어려서 그 영화를 볼 수 없다.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(movie, is, brother, so, that, the, my, see, can't, young, he)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내 동생은 너무 어려서 그 영화를 볼 수 없다.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My brother is so young that he can't see the movie.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brother is so young that he can't see the movie.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Jack은 너무 작아서 놀이기구를 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(get, be, the, to, short, Jack, ride, on, too)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Jack은 너무 작아서 놀이기구를 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Jack was too short to get on the ride.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Jack was too short to get on the ride.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나의 할머니는 아주 현명하셔서 모든 사람들이 그녀를 존경한다.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(everyone, grandma, respect, wise, her, my, that, is, so)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나의 할머니는 아주 현명하셔서 모든 사람들이 그녀를 존경한다.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My grandma is so wise that everyone respects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grandma is so wise that everyone respects her.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그녀는 너무 놀라서 한 발자국조차 움직일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(move, shock, be, can, step, she, she, not, so, a, even, that)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그녀는 너무 놀라서 한 발자국조차 움직일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She was so shocked that she could not move even a step.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was so shocked that she could not move even a step.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길은 너무 질척해서 걸어가기 매우 힘들다.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(on, so, to, that, is, walk, sloppy, the road, is, hard, it, very)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길은 너무 질척해서 걸어가기 매우 힘들다.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The road is so sloppy that it is very hard to walk 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road is so sloppy that it is very hard to walk 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수학 문제들이 너무 어려워서 그가 풀 수가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(math, problems, so, he, couldn't, them, solve, difficult, were, that)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수학 문제들이 너무 어려워서 그가 풀 수가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Math problems were so difficult that he couldn't solve them.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Math problems were so difficult that he couldn't solve them.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음악이 너무 커서 나는 공부할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too, loud, for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음악이 너무 커서 나는 공부할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too, loud, for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music was too loud for me to study.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music was too loud for me to study.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Mike는 너무 배고파서 아무것도 떠올릴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think of, anything else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Mike는 너무 배고파서 아무것도 떠올릴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think of, anything else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Mike was so hungry that he couldn’t think of anything else.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Mike was so hungry that he couldn’t think of anything else.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그것은 무척 쉬워서 누구든 할 수 있어.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it’s, easy, anyone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그것은 무척 쉬워서 누구든 할 수 있어.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it’s, easy, anyone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It's so easy that anyone can do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It's so easy that anyone can do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여자는 힘이 아주 세서 가방들을 나를 수 있었다.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woman, that, carry, the bags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여자는 힘이 아주 세서 가방들을 나를 수 있었다.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woman, that, carry, the bags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woman was so strong that she could carry the bags.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woman was so strong that she could carry the bags.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개는 너무 기뻐서 높이 뛰었다.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happy, high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개는 너무 기뻐서 높이 뛰었다.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happy, high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dog was so happy that it jumped high.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dog was so happy that it jumped high.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문제는 너무 어려워서 나는 풀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difficult, that, solve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문제는 너무 어려워서 나는 풀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difficult, that, solve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problem was so difficult that I couldn't solve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problem was so difficult that I couldn't solve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매우 배가 고파서 많은 간식을 먹었다.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eat, a lot of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매우 배가 고파서 많은 간식을 먹었다.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eat, a lot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was so hungry that I ate a lot of snack.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was so hungry that I ate a lot of snack.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Judy는 너무 아파서 일하러 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go, work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Judy는 너무 아파서 일하러 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go, work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Judy was so sick that she couldn't go to work.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Judy was so sick that she couldn't go to work.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Amy는 너무 피곤해서 그녀의 숙제를 끝낼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tired, finish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Amy는 너무 피곤해서 그녀의 숙제를 끝낼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tired, finish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Amy was so tired that she couldn't finish her homework.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Amy was so tired that she couldn't finish her homework.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영화배우는 너무 유명해서 모든 사람들은 그를 만나고 싶어 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star, famous, that, everyone, see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영화배우는 너무 유명해서 모든 사람들은 그를 만나고 싶어 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star, famous, that, everyone, see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movie star is so famous that everyone wants to see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movie star is so famous that everyone wants to see him.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자전거는 너무 비싸서 나는 그것을 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bike, expensive, that, buy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자전거는 너무 비싸서 나는 그것을 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bike, expensive, that, buy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bike was so expensive that I couldn't buy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bike was so expensive that I couldn't buy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강의 물은 너무 더러워서 우리는 그것을 마실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water, in, dirty, that, drink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강의 물은 너무 더러워서 우리는 그것을 마실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water, in, dirty, that, drink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water in the river was so dirty that we couldn't drink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The water in the river was so dirty that we couldn't drink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인간이 되는 것은 너무 어려워서 너는 힘든 시간을 겪을지도 몰라.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human, difficult, that, might, hard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인간이 되는 것은 너무 어려워서 너는 힘든 시간을 겪을지도 몰라.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human, difficult, that, might, hard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Being a human is so difficult that you might have a hard time.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Being a human is so difficult that you might have a hard time.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왕자님을 너무 사랑해서 그를 위해 어떤 것도 할 수 있어!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prince, much, that, would, for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왕자님을 너무 사랑해서 그를 위해 어떤 것도 할 수 있어!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prince, much, that, would, for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love the prince so much that I would do anything for him!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love the prince so much that I would do anything for him!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재킷이 너무 작아서 나는 그것을 입을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small, that, wear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재킷이 너무 작아서 나는 그것을 입을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small, that, wear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jacket was so small that I couldn't wear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jacket was so small that I couldn't wear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560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모자들이 너무 비싸서 나는 그것들을 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hats, so, buy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모자들이 너무 비싸서 나는 그것들을 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hats, so, buy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hats were so expensive that I couldn't buy them.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hats were so expensive that I couldn't buy them.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561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게임은 너무 흥미진진해서 우리는 그것을 하는 것을 멈출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excite, that, stop, play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게임은 너무 흥미진진해서 우리는 그것을 하는 것을 멈출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excite, that, stop, play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game was so exciting that we could not stop playing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game was so exciting that we could not stop playing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562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공포영화를 너무 좋아해서 일요일마다 본다.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like, horror, much, that watch, ones, on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공포영화를 너무 좋아해서 일요일마다 본다.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like, horror, much, that watch, ones, on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like horror movies so much that I watch ones on Sundays.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like horror movies so much that I watch ones on Sundays.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