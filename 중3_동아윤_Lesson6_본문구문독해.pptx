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200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  <a:ea typeface="맑은 고딕"/>
              </a:rPr>
              <a:t>Lesson 6  본문 구문독해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2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  <a:ea typeface="맑은 고딕"/>
              </a:rPr>
              <a:t>동아(윤) 중3 · 시지중 3학년 기말고사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520440"/>
            <a:ext cx="121920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L6-1 ~ L6-3  (총 3개 본문)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389120"/>
            <a:ext cx="12192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L6-1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492974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Cyril Boggis was an antique furniture dealer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492974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Cyril Boggis는 골동품 가구 판매상이었다</a:t>
            </a:r>
          </a:p>
        </p:txBody>
      </p:sp>
      <p:sp>
        <p:nvSpPr>
          <p:cNvPr id="8" name="Sep"/>
          <p:cNvSpPr/>
          <p:nvPr/>
        </p:nvSpPr>
        <p:spPr>
          <a:xfrm>
            <a:off x="5478384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5706177" y="1420000"/>
            <a:ext cx="12401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London.</a:t>
            </a:r>
          </a:p>
        </p:txBody>
      </p:sp>
      <p:sp>
        <p:nvSpPr>
          <p:cNvPr id="10" name="reveal_2_kr"/>
          <p:cNvSpPr/>
          <p:nvPr/>
        </p:nvSpPr>
        <p:spPr>
          <a:xfrm>
            <a:off x="5706177" y="1753892"/>
            <a:ext cx="12401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런던의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390104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was known for buying good things</a:t>
            </a:r>
          </a:p>
        </p:txBody>
      </p:sp>
      <p:sp>
        <p:nvSpPr>
          <p:cNvPr id="12" name="reveal_3_kr"/>
          <p:cNvSpPr/>
          <p:nvPr/>
        </p:nvSpPr>
        <p:spPr>
          <a:xfrm>
            <a:off x="548640" y="2532447"/>
            <a:ext cx="390104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그는 좋은 물건을 사는 것으로 유명했다</a:t>
            </a:r>
          </a:p>
        </p:txBody>
      </p:sp>
      <p:sp>
        <p:nvSpPr>
          <p:cNvPr id="13" name="Sep"/>
          <p:cNvSpPr/>
          <p:nvPr/>
        </p:nvSpPr>
        <p:spPr>
          <a:xfrm>
            <a:off x="4449684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4677477" y="2198555"/>
            <a:ext cx="15967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at a low price</a:t>
            </a:r>
          </a:p>
        </p:txBody>
      </p:sp>
      <p:sp>
        <p:nvSpPr>
          <p:cNvPr id="15" name="reveal_4_kr"/>
          <p:cNvSpPr/>
          <p:nvPr/>
        </p:nvSpPr>
        <p:spPr>
          <a:xfrm>
            <a:off x="4677477" y="2532447"/>
            <a:ext cx="15967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낮은 가격에</a:t>
            </a:r>
          </a:p>
        </p:txBody>
      </p:sp>
      <p:sp>
        <p:nvSpPr>
          <p:cNvPr id="16" name="Sep"/>
          <p:cNvSpPr/>
          <p:nvPr/>
        </p:nvSpPr>
        <p:spPr>
          <a:xfrm>
            <a:off x="6274233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6502026" y="2198555"/>
            <a:ext cx="413878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then selling them at a high price.</a:t>
            </a:r>
          </a:p>
        </p:txBody>
      </p:sp>
      <p:sp>
        <p:nvSpPr>
          <p:cNvPr id="18" name="reveal_5_kr"/>
          <p:cNvSpPr/>
          <p:nvPr/>
        </p:nvSpPr>
        <p:spPr>
          <a:xfrm>
            <a:off x="6502026" y="2532447"/>
            <a:ext cx="413878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그것들을 높은 가격에 파는 것으로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977110"/>
            <a:ext cx="216185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People asked him</a:t>
            </a:r>
          </a:p>
        </p:txBody>
      </p:sp>
      <p:sp>
        <p:nvSpPr>
          <p:cNvPr id="20" name="reveal_6_kr"/>
          <p:cNvSpPr/>
          <p:nvPr/>
        </p:nvSpPr>
        <p:spPr>
          <a:xfrm>
            <a:off x="548640" y="3311002"/>
            <a:ext cx="216185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사람들은 그에게 물었다</a:t>
            </a:r>
          </a:p>
        </p:txBody>
      </p:sp>
      <p:sp>
        <p:nvSpPr>
          <p:cNvPr id="21" name="Sep"/>
          <p:cNvSpPr/>
          <p:nvPr/>
        </p:nvSpPr>
        <p:spPr>
          <a:xfrm>
            <a:off x="2710495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2" name="En"/>
          <p:cNvSpPr/>
          <p:nvPr/>
        </p:nvSpPr>
        <p:spPr>
          <a:xfrm>
            <a:off x="2938288" y="2977110"/>
            <a:ext cx="34392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where he had got the furniture,</a:t>
            </a:r>
          </a:p>
        </p:txBody>
      </p:sp>
      <p:sp>
        <p:nvSpPr>
          <p:cNvPr id="23" name="reveal_7_kr"/>
          <p:cNvSpPr/>
          <p:nvPr/>
        </p:nvSpPr>
        <p:spPr>
          <a:xfrm>
            <a:off x="2938288" y="3311002"/>
            <a:ext cx="34392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그가 가구를 어디에서 구했는지</a:t>
            </a:r>
          </a:p>
        </p:txBody>
      </p:sp>
      <p:sp>
        <p:nvSpPr>
          <p:cNvPr id="24" name="Sep"/>
          <p:cNvSpPr/>
          <p:nvPr/>
        </p:nvSpPr>
        <p:spPr>
          <a:xfrm>
            <a:off x="6377560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5" name="En"/>
          <p:cNvSpPr/>
          <p:nvPr/>
        </p:nvSpPr>
        <p:spPr>
          <a:xfrm>
            <a:off x="6605353" y="2977110"/>
            <a:ext cx="221599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but he just said,</a:t>
            </a:r>
          </a:p>
        </p:txBody>
      </p:sp>
      <p:sp>
        <p:nvSpPr>
          <p:cNvPr id="26" name="reveal_8_kr"/>
          <p:cNvSpPr/>
          <p:nvPr/>
        </p:nvSpPr>
        <p:spPr>
          <a:xfrm>
            <a:off x="6605353" y="3311002"/>
            <a:ext cx="221599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그는 그저 말했다</a:t>
            </a:r>
          </a:p>
        </p:txBody>
      </p:sp>
      <p:sp>
        <p:nvSpPr>
          <p:cNvPr id="27" name="Sep"/>
          <p:cNvSpPr/>
          <p:nvPr/>
        </p:nvSpPr>
        <p:spPr>
          <a:xfrm>
            <a:off x="8821348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8" name="En"/>
          <p:cNvSpPr/>
          <p:nvPr/>
        </p:nvSpPr>
        <p:spPr>
          <a:xfrm>
            <a:off x="9049141" y="2977110"/>
            <a:ext cx="18756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"It’s a secret."</a:t>
            </a:r>
          </a:p>
        </p:txBody>
      </p:sp>
      <p:sp>
        <p:nvSpPr>
          <p:cNvPr id="29" name="reveal_9_kr"/>
          <p:cNvSpPr/>
          <p:nvPr/>
        </p:nvSpPr>
        <p:spPr>
          <a:xfrm>
            <a:off x="9049141" y="3311002"/>
            <a:ext cx="18756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"그건 비밀이에요."</a:t>
            </a:r>
          </a:p>
        </p:txBody>
      </p:sp>
      <p:sp>
        <p:nvSpPr>
          <p:cNvPr id="30" name="En"/>
          <p:cNvSpPr/>
          <p:nvPr/>
        </p:nvSpPr>
        <p:spPr>
          <a:xfrm>
            <a:off x="548640" y="3755665"/>
            <a:ext cx="345755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Mr. Boggis’ secret was simple.</a:t>
            </a:r>
          </a:p>
        </p:txBody>
      </p:sp>
      <p:sp>
        <p:nvSpPr>
          <p:cNvPr id="31" name="reveal_10_kr"/>
          <p:cNvSpPr/>
          <p:nvPr/>
        </p:nvSpPr>
        <p:spPr>
          <a:xfrm>
            <a:off x="548640" y="4089557"/>
            <a:ext cx="345755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씨의 비밀은 단순했다</a:t>
            </a:r>
          </a:p>
        </p:txBody>
      </p:sp>
      <p:sp>
        <p:nvSpPr>
          <p:cNvPr id="32" name="En"/>
          <p:cNvSpPr/>
          <p:nvPr/>
        </p:nvSpPr>
        <p:spPr>
          <a:xfrm>
            <a:off x="548640" y="4534220"/>
            <a:ext cx="395590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went to small towns every Sunday</a:t>
            </a:r>
          </a:p>
        </p:txBody>
      </p:sp>
      <p:sp>
        <p:nvSpPr>
          <p:cNvPr id="33" name="reveal_11_kr"/>
          <p:cNvSpPr/>
          <p:nvPr/>
        </p:nvSpPr>
        <p:spPr>
          <a:xfrm>
            <a:off x="548640" y="4868112"/>
            <a:ext cx="395590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그는 매주 일요일 작은 마을들에 갔다</a:t>
            </a:r>
          </a:p>
        </p:txBody>
      </p:sp>
      <p:sp>
        <p:nvSpPr>
          <p:cNvPr id="34" name="Sep"/>
          <p:cNvSpPr/>
          <p:nvPr/>
        </p:nvSpPr>
        <p:spPr>
          <a:xfrm>
            <a:off x="4504547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5" name="En"/>
          <p:cNvSpPr/>
          <p:nvPr/>
        </p:nvSpPr>
        <p:spPr>
          <a:xfrm>
            <a:off x="4732340" y="4534220"/>
            <a:ext cx="23694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knocked on doors.</a:t>
            </a:r>
          </a:p>
        </p:txBody>
      </p:sp>
      <p:sp>
        <p:nvSpPr>
          <p:cNvPr id="36" name="reveal_12_kr"/>
          <p:cNvSpPr/>
          <p:nvPr/>
        </p:nvSpPr>
        <p:spPr>
          <a:xfrm>
            <a:off x="4732340" y="4868112"/>
            <a:ext cx="23694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문을 두드렸다</a:t>
            </a:r>
          </a:p>
        </p:txBody>
      </p:sp>
      <p:sp>
        <p:nvSpPr>
          <p:cNvPr id="37" name="En"/>
          <p:cNvSpPr/>
          <p:nvPr/>
        </p:nvSpPr>
        <p:spPr>
          <a:xfrm>
            <a:off x="548640" y="5312775"/>
            <a:ext cx="216185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told people</a:t>
            </a:r>
          </a:p>
        </p:txBody>
      </p:sp>
      <p:sp>
        <p:nvSpPr>
          <p:cNvPr id="38" name="reveal_13_kr"/>
          <p:cNvSpPr/>
          <p:nvPr/>
        </p:nvSpPr>
        <p:spPr>
          <a:xfrm>
            <a:off x="548640" y="5646667"/>
            <a:ext cx="216185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그는 사람들에게 말했다</a:t>
            </a:r>
          </a:p>
        </p:txBody>
      </p:sp>
      <p:sp>
        <p:nvSpPr>
          <p:cNvPr id="39" name="Sep"/>
          <p:cNvSpPr/>
          <p:nvPr/>
        </p:nvSpPr>
        <p:spPr>
          <a:xfrm>
            <a:off x="2710495" y="531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40" name="En"/>
          <p:cNvSpPr/>
          <p:nvPr/>
        </p:nvSpPr>
        <p:spPr>
          <a:xfrm>
            <a:off x="2938288" y="5312775"/>
            <a:ext cx="34392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he was a furniture dealer.</a:t>
            </a:r>
          </a:p>
        </p:txBody>
      </p:sp>
      <p:sp>
        <p:nvSpPr>
          <p:cNvPr id="41" name="reveal_14_kr"/>
          <p:cNvSpPr/>
          <p:nvPr/>
        </p:nvSpPr>
        <p:spPr>
          <a:xfrm>
            <a:off x="2938288" y="5646667"/>
            <a:ext cx="34392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자신이 가구 판매상이라고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8" grpId="0" animBg="1"/>
      <p:bldP spid="20" grpId="0" animBg="1"/>
      <p:bldP spid="23" grpId="0" animBg="1"/>
      <p:bldP spid="26" grpId="0" animBg="1"/>
      <p:bldP spid="29" grpId="0" animBg="1"/>
      <p:bldP spid="31" grpId="0" animBg="1"/>
      <p:bldP spid="33" grpId="0" animBg="1"/>
      <p:bldP spid="36" grpId="0" animBg="1"/>
      <p:bldP spid="38" grpId="0" animBg="1"/>
      <p:bldP spid="4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L6-1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213167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People didn’t know</a:t>
            </a:r>
          </a:p>
        </p:txBody>
      </p:sp>
      <p:sp>
        <p:nvSpPr>
          <p:cNvPr id="7" name="reveal_15_kr"/>
          <p:cNvSpPr/>
          <p:nvPr/>
        </p:nvSpPr>
        <p:spPr>
          <a:xfrm>
            <a:off x="548640" y="1753892"/>
            <a:ext cx="213167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사람들은 알지 못했다</a:t>
            </a:r>
          </a:p>
        </p:txBody>
      </p:sp>
      <p:sp>
        <p:nvSpPr>
          <p:cNvPr id="8" name="Sep"/>
          <p:cNvSpPr/>
          <p:nvPr/>
        </p:nvSpPr>
        <p:spPr>
          <a:xfrm>
            <a:off x="2680319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2908112" y="1420000"/>
            <a:ext cx="351699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how valuable their things were,</a:t>
            </a:r>
          </a:p>
        </p:txBody>
      </p:sp>
      <p:sp>
        <p:nvSpPr>
          <p:cNvPr id="10" name="reveal_16_kr"/>
          <p:cNvSpPr/>
          <p:nvPr/>
        </p:nvSpPr>
        <p:spPr>
          <a:xfrm>
            <a:off x="2908112" y="1753892"/>
            <a:ext cx="351699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자신들의 물건이 얼마나 값진지</a:t>
            </a:r>
          </a:p>
        </p:txBody>
      </p:sp>
      <p:sp>
        <p:nvSpPr>
          <p:cNvPr id="11" name="Sep"/>
          <p:cNvSpPr/>
          <p:nvPr/>
        </p:nvSpPr>
        <p:spPr>
          <a:xfrm>
            <a:off x="6425107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6652900" y="1420000"/>
            <a:ext cx="412964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so Mr. Boggis took advantage of them.</a:t>
            </a:r>
          </a:p>
        </p:txBody>
      </p:sp>
      <p:sp>
        <p:nvSpPr>
          <p:cNvPr id="13" name="reveal_17_kr"/>
          <p:cNvSpPr/>
          <p:nvPr/>
        </p:nvSpPr>
        <p:spPr>
          <a:xfrm>
            <a:off x="6652900" y="1753892"/>
            <a:ext cx="412964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그래서 Boggis 씨는 그들을 이용했다</a:t>
            </a:r>
          </a:p>
        </p:txBody>
      </p:sp>
      <p:sp>
        <p:nvSpPr>
          <p:cNvPr id="14" name="En"/>
          <p:cNvSpPr/>
          <p:nvPr/>
        </p:nvSpPr>
        <p:spPr>
          <a:xfrm>
            <a:off x="548640" y="2198555"/>
            <a:ext cx="428051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was able to buy things very cheaply.</a:t>
            </a:r>
          </a:p>
        </p:txBody>
      </p:sp>
      <p:sp>
        <p:nvSpPr>
          <p:cNvPr id="15" name="reveal_18_kr"/>
          <p:cNvSpPr/>
          <p:nvPr/>
        </p:nvSpPr>
        <p:spPr>
          <a:xfrm>
            <a:off x="548640" y="2532447"/>
            <a:ext cx="428051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그는 물건들을 매우 싸게 살 수 있었다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L6-2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00036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Now it was another Sunday,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300036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이제 또 다른 일요일이었다</a:t>
            </a:r>
          </a:p>
        </p:txBody>
      </p:sp>
      <p:sp>
        <p:nvSpPr>
          <p:cNvPr id="8" name="Sep"/>
          <p:cNvSpPr/>
          <p:nvPr/>
        </p:nvSpPr>
        <p:spPr>
          <a:xfrm>
            <a:off x="3549000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3776793" y="1420000"/>
            <a:ext cx="454112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Mr. Boggis was in a small town again.</a:t>
            </a:r>
          </a:p>
        </p:txBody>
      </p:sp>
      <p:sp>
        <p:nvSpPr>
          <p:cNvPr id="10" name="reveal_2_kr"/>
          <p:cNvSpPr/>
          <p:nvPr/>
        </p:nvSpPr>
        <p:spPr>
          <a:xfrm>
            <a:off x="3776793" y="1753892"/>
            <a:ext cx="454112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Boggis 씨는 다시 작은 마을에 있었다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24608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At a house he visited,</a:t>
            </a:r>
          </a:p>
        </p:txBody>
      </p:sp>
      <p:sp>
        <p:nvSpPr>
          <p:cNvPr id="12" name="reveal_3_kr"/>
          <p:cNvSpPr/>
          <p:nvPr/>
        </p:nvSpPr>
        <p:spPr>
          <a:xfrm>
            <a:off x="548640" y="2532447"/>
            <a:ext cx="24608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그가 방문한 한 집에서</a:t>
            </a:r>
          </a:p>
        </p:txBody>
      </p:sp>
      <p:sp>
        <p:nvSpPr>
          <p:cNvPr id="13" name="Sep"/>
          <p:cNvSpPr/>
          <p:nvPr/>
        </p:nvSpPr>
        <p:spPr>
          <a:xfrm>
            <a:off x="3009504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3237297" y="2198555"/>
            <a:ext cx="202263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met two men.</a:t>
            </a:r>
          </a:p>
        </p:txBody>
      </p:sp>
      <p:sp>
        <p:nvSpPr>
          <p:cNvPr id="15" name="reveal_4_kr"/>
          <p:cNvSpPr/>
          <p:nvPr/>
        </p:nvSpPr>
        <p:spPr>
          <a:xfrm>
            <a:off x="3237297" y="2532447"/>
            <a:ext cx="202263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그는 두 남자를 만났다</a:t>
            </a:r>
          </a:p>
        </p:txBody>
      </p:sp>
      <p:sp>
        <p:nvSpPr>
          <p:cNvPr id="16" name="En"/>
          <p:cNvSpPr/>
          <p:nvPr/>
        </p:nvSpPr>
        <p:spPr>
          <a:xfrm>
            <a:off x="548640" y="2977110"/>
            <a:ext cx="316952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One was Rummins, the owner,</a:t>
            </a:r>
          </a:p>
        </p:txBody>
      </p:sp>
      <p:sp>
        <p:nvSpPr>
          <p:cNvPr id="17" name="reveal_5_kr"/>
          <p:cNvSpPr/>
          <p:nvPr/>
        </p:nvSpPr>
        <p:spPr>
          <a:xfrm>
            <a:off x="548640" y="3311002"/>
            <a:ext cx="316952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한 명은 주인인 Rummins였다</a:t>
            </a:r>
          </a:p>
        </p:txBody>
      </p:sp>
      <p:sp>
        <p:nvSpPr>
          <p:cNvPr id="18" name="Sep"/>
          <p:cNvSpPr/>
          <p:nvPr/>
        </p:nvSpPr>
        <p:spPr>
          <a:xfrm>
            <a:off x="3718163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3945956" y="2977110"/>
            <a:ext cx="356176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the other was his son Bert.</a:t>
            </a:r>
          </a:p>
        </p:txBody>
      </p:sp>
      <p:sp>
        <p:nvSpPr>
          <p:cNvPr id="20" name="reveal_6_kr"/>
          <p:cNvSpPr/>
          <p:nvPr/>
        </p:nvSpPr>
        <p:spPr>
          <a:xfrm>
            <a:off x="3945956" y="3311002"/>
            <a:ext cx="356176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다른 한 명은 그의 아들 Bert였다</a:t>
            </a:r>
          </a:p>
        </p:txBody>
      </p:sp>
      <p:sp>
        <p:nvSpPr>
          <p:cNvPr id="21" name="En"/>
          <p:cNvSpPr/>
          <p:nvPr/>
        </p:nvSpPr>
        <p:spPr>
          <a:xfrm>
            <a:off x="548640" y="3755665"/>
            <a:ext cx="23968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"I buy old furniture.</a:t>
            </a:r>
          </a:p>
        </p:txBody>
      </p:sp>
      <p:sp>
        <p:nvSpPr>
          <p:cNvPr id="22" name="reveal_7_kr"/>
          <p:cNvSpPr/>
          <p:nvPr/>
        </p:nvSpPr>
        <p:spPr>
          <a:xfrm>
            <a:off x="548640" y="4089557"/>
            <a:ext cx="23968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"저는 고가구를 삽니다</a:t>
            </a:r>
          </a:p>
        </p:txBody>
      </p:sp>
      <p:sp>
        <p:nvSpPr>
          <p:cNvPr id="23" name="Sep"/>
          <p:cNvSpPr/>
          <p:nvPr/>
        </p:nvSpPr>
        <p:spPr>
          <a:xfrm>
            <a:off x="2945496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4" name="En"/>
          <p:cNvSpPr/>
          <p:nvPr/>
        </p:nvSpPr>
        <p:spPr>
          <a:xfrm>
            <a:off x="3173289" y="3755665"/>
            <a:ext cx="210771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Do you have any?"</a:t>
            </a:r>
          </a:p>
        </p:txBody>
      </p:sp>
      <p:sp>
        <p:nvSpPr>
          <p:cNvPr id="25" name="reveal_8_kr"/>
          <p:cNvSpPr/>
          <p:nvPr/>
        </p:nvSpPr>
        <p:spPr>
          <a:xfrm>
            <a:off x="3173289" y="4089557"/>
            <a:ext cx="210771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고가구가 있으신가요?"</a:t>
            </a:r>
          </a:p>
        </p:txBody>
      </p:sp>
      <p:sp>
        <p:nvSpPr>
          <p:cNvPr id="26" name="Sep"/>
          <p:cNvSpPr/>
          <p:nvPr/>
        </p:nvSpPr>
        <p:spPr>
          <a:xfrm>
            <a:off x="5281004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5508797" y="3755665"/>
            <a:ext cx="20173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asked Mr. Boggis.</a:t>
            </a:r>
          </a:p>
        </p:txBody>
      </p:sp>
      <p:sp>
        <p:nvSpPr>
          <p:cNvPr id="28" name="reveal_9_kr"/>
          <p:cNvSpPr/>
          <p:nvPr/>
        </p:nvSpPr>
        <p:spPr>
          <a:xfrm>
            <a:off x="5508797" y="4089557"/>
            <a:ext cx="20173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씨가 물었다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534220"/>
            <a:ext cx="16744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"No, I don’t,"</a:t>
            </a:r>
          </a:p>
        </p:txBody>
      </p:sp>
      <p:sp>
        <p:nvSpPr>
          <p:cNvPr id="30" name="reveal_10_kr"/>
          <p:cNvSpPr/>
          <p:nvPr/>
        </p:nvSpPr>
        <p:spPr>
          <a:xfrm>
            <a:off x="548640" y="4868112"/>
            <a:ext cx="16744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"아니요, 없어요"</a:t>
            </a:r>
          </a:p>
        </p:txBody>
      </p:sp>
      <p:sp>
        <p:nvSpPr>
          <p:cNvPr id="31" name="Sep"/>
          <p:cNvSpPr/>
          <p:nvPr/>
        </p:nvSpPr>
        <p:spPr>
          <a:xfrm>
            <a:off x="2223120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2" name="En"/>
          <p:cNvSpPr/>
          <p:nvPr/>
        </p:nvSpPr>
        <p:spPr>
          <a:xfrm>
            <a:off x="2450913" y="4534220"/>
            <a:ext cx="169393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said Rummins.</a:t>
            </a:r>
          </a:p>
        </p:txBody>
      </p:sp>
      <p:sp>
        <p:nvSpPr>
          <p:cNvPr id="33" name="reveal_11_kr"/>
          <p:cNvSpPr/>
          <p:nvPr/>
        </p:nvSpPr>
        <p:spPr>
          <a:xfrm>
            <a:off x="2450913" y="4868112"/>
            <a:ext cx="169393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Rummins가 말했다</a:t>
            </a:r>
          </a:p>
        </p:txBody>
      </p:sp>
      <p:sp>
        <p:nvSpPr>
          <p:cNvPr id="34" name="En"/>
          <p:cNvSpPr/>
          <p:nvPr/>
        </p:nvSpPr>
        <p:spPr>
          <a:xfrm>
            <a:off x="548640" y="5312775"/>
            <a:ext cx="278090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"Can I just take a look?"</a:t>
            </a:r>
          </a:p>
        </p:txBody>
      </p:sp>
      <p:sp>
        <p:nvSpPr>
          <p:cNvPr id="35" name="reveal_12_kr"/>
          <p:cNvSpPr/>
          <p:nvPr/>
        </p:nvSpPr>
        <p:spPr>
          <a:xfrm>
            <a:off x="548640" y="5646667"/>
            <a:ext cx="278090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"한번 둘러봐도 될까요?"</a:t>
            </a:r>
          </a:p>
        </p:txBody>
      </p:sp>
      <p:sp>
        <p:nvSpPr>
          <p:cNvPr id="36" name="Sep"/>
          <p:cNvSpPr/>
          <p:nvPr/>
        </p:nvSpPr>
        <p:spPr>
          <a:xfrm>
            <a:off x="3329544" y="531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7" name="En"/>
          <p:cNvSpPr/>
          <p:nvPr/>
        </p:nvSpPr>
        <p:spPr>
          <a:xfrm>
            <a:off x="3557337" y="5312775"/>
            <a:ext cx="20173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asked Mr. Boggis.</a:t>
            </a:r>
          </a:p>
        </p:txBody>
      </p:sp>
      <p:sp>
        <p:nvSpPr>
          <p:cNvPr id="38" name="reveal_13_kr"/>
          <p:cNvSpPr/>
          <p:nvPr/>
        </p:nvSpPr>
        <p:spPr>
          <a:xfrm>
            <a:off x="3557337" y="5646667"/>
            <a:ext cx="20173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씨가 물었다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7" grpId="0" animBg="1"/>
      <p:bldP spid="20" grpId="0" animBg="1"/>
      <p:bldP spid="22" grpId="0" animBg="1"/>
      <p:bldP spid="25" grpId="0" animBg="1"/>
      <p:bldP spid="28" grpId="0" animBg="1"/>
      <p:bldP spid="30" grpId="0" animBg="1"/>
      <p:bldP spid="33" grpId="0" animBg="1"/>
      <p:bldP spid="35" grpId="0" animBg="1"/>
      <p:bldP spid="3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L6-2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26803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"Sure. Please come in,"</a:t>
            </a:r>
          </a:p>
        </p:txBody>
      </p:sp>
      <p:sp>
        <p:nvSpPr>
          <p:cNvPr id="7" name="reveal_14_kr"/>
          <p:cNvSpPr/>
          <p:nvPr/>
        </p:nvSpPr>
        <p:spPr>
          <a:xfrm>
            <a:off x="548640" y="1753892"/>
            <a:ext cx="26803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"그럼요. 들어오세요"</a:t>
            </a:r>
          </a:p>
        </p:txBody>
      </p:sp>
      <p:sp>
        <p:nvSpPr>
          <p:cNvPr id="8" name="Sep"/>
          <p:cNvSpPr/>
          <p:nvPr/>
        </p:nvSpPr>
        <p:spPr>
          <a:xfrm>
            <a:off x="3228960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3456753" y="1420000"/>
            <a:ext cx="169393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said Rummins.</a:t>
            </a:r>
          </a:p>
        </p:txBody>
      </p:sp>
      <p:sp>
        <p:nvSpPr>
          <p:cNvPr id="10" name="reveal_15_kr"/>
          <p:cNvSpPr/>
          <p:nvPr/>
        </p:nvSpPr>
        <p:spPr>
          <a:xfrm>
            <a:off x="3456753" y="1753892"/>
            <a:ext cx="169393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Rummins가 말했다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412964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Mr. Boggis first went to the kitchen,</a:t>
            </a:r>
          </a:p>
        </p:txBody>
      </p:sp>
      <p:sp>
        <p:nvSpPr>
          <p:cNvPr id="12" name="reveal_16_kr"/>
          <p:cNvSpPr/>
          <p:nvPr/>
        </p:nvSpPr>
        <p:spPr>
          <a:xfrm>
            <a:off x="548640" y="2532447"/>
            <a:ext cx="412964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씨는 먼저 부엌에 갔다</a:t>
            </a:r>
          </a:p>
        </p:txBody>
      </p:sp>
      <p:sp>
        <p:nvSpPr>
          <p:cNvPr id="13" name="Sep"/>
          <p:cNvSpPr/>
          <p:nvPr/>
        </p:nvSpPr>
        <p:spPr>
          <a:xfrm>
            <a:off x="4678284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4906077" y="2198555"/>
            <a:ext cx="25111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there was nothing.</a:t>
            </a:r>
          </a:p>
        </p:txBody>
      </p:sp>
      <p:sp>
        <p:nvSpPr>
          <p:cNvPr id="15" name="reveal_17_kr"/>
          <p:cNvSpPr/>
          <p:nvPr/>
        </p:nvSpPr>
        <p:spPr>
          <a:xfrm>
            <a:off x="4906077" y="2532447"/>
            <a:ext cx="25111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그런데 아무것도 없었다</a:t>
            </a:r>
          </a:p>
        </p:txBody>
      </p:sp>
      <p:sp>
        <p:nvSpPr>
          <p:cNvPr id="16" name="En"/>
          <p:cNvSpPr/>
          <p:nvPr/>
        </p:nvSpPr>
        <p:spPr>
          <a:xfrm>
            <a:off x="548640" y="2977110"/>
            <a:ext cx="367244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then moved to the living room.</a:t>
            </a:r>
          </a:p>
        </p:txBody>
      </p:sp>
      <p:sp>
        <p:nvSpPr>
          <p:cNvPr id="17" name="reveal_18_kr"/>
          <p:cNvSpPr/>
          <p:nvPr/>
        </p:nvSpPr>
        <p:spPr>
          <a:xfrm>
            <a:off x="548640" y="3311002"/>
            <a:ext cx="367244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그런 다음 그는 거실로 옮겨 갔다</a:t>
            </a:r>
          </a:p>
        </p:txBody>
      </p:sp>
      <p:sp>
        <p:nvSpPr>
          <p:cNvPr id="18" name="En"/>
          <p:cNvSpPr/>
          <p:nvPr/>
        </p:nvSpPr>
        <p:spPr>
          <a:xfrm>
            <a:off x="548640" y="3755665"/>
            <a:ext cx="269938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there it was!</a:t>
            </a:r>
          </a:p>
        </p:txBody>
      </p:sp>
      <p:sp>
        <p:nvSpPr>
          <p:cNvPr id="19" name="reveal_19_kr"/>
          <p:cNvSpPr/>
          <p:nvPr/>
        </p:nvSpPr>
        <p:spPr>
          <a:xfrm>
            <a:off x="548640" y="4089557"/>
            <a:ext cx="269938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그곳에 그것이 있었다!</a:t>
            </a:r>
          </a:p>
        </p:txBody>
      </p:sp>
      <p:sp>
        <p:nvSpPr>
          <p:cNvPr id="20" name="En"/>
          <p:cNvSpPr/>
          <p:nvPr/>
        </p:nvSpPr>
        <p:spPr>
          <a:xfrm>
            <a:off x="548640" y="4534220"/>
            <a:ext cx="8972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 table</a:t>
            </a:r>
          </a:p>
        </p:txBody>
      </p:sp>
      <p:sp>
        <p:nvSpPr>
          <p:cNvPr id="21" name="reveal_20_kr"/>
          <p:cNvSpPr/>
          <p:nvPr/>
        </p:nvSpPr>
        <p:spPr>
          <a:xfrm>
            <a:off x="548640" y="4868112"/>
            <a:ext cx="8972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탁자가</a:t>
            </a:r>
          </a:p>
        </p:txBody>
      </p:sp>
      <p:sp>
        <p:nvSpPr>
          <p:cNvPr id="22" name="Sep"/>
          <p:cNvSpPr/>
          <p:nvPr/>
        </p:nvSpPr>
        <p:spPr>
          <a:xfrm>
            <a:off x="1445880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3" name="En"/>
          <p:cNvSpPr/>
          <p:nvPr/>
        </p:nvSpPr>
        <p:spPr>
          <a:xfrm>
            <a:off x="1673673" y="4534220"/>
            <a:ext cx="30597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which was a priceless piece</a:t>
            </a:r>
          </a:p>
        </p:txBody>
      </p:sp>
      <p:sp>
        <p:nvSpPr>
          <p:cNvPr id="24" name="reveal_21_kr"/>
          <p:cNvSpPr/>
          <p:nvPr/>
        </p:nvSpPr>
        <p:spPr>
          <a:xfrm>
            <a:off x="1673673" y="4868112"/>
            <a:ext cx="30597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매우 귀중한 물건인</a:t>
            </a:r>
          </a:p>
        </p:txBody>
      </p:sp>
      <p:sp>
        <p:nvSpPr>
          <p:cNvPr id="25" name="Sep"/>
          <p:cNvSpPr/>
          <p:nvPr/>
        </p:nvSpPr>
        <p:spPr>
          <a:xfrm>
            <a:off x="4733469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6" name="En"/>
          <p:cNvSpPr/>
          <p:nvPr/>
        </p:nvSpPr>
        <p:spPr>
          <a:xfrm>
            <a:off x="4961262" y="4534220"/>
            <a:ext cx="45685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of eighteenth‑century English furniture.</a:t>
            </a:r>
          </a:p>
        </p:txBody>
      </p:sp>
      <p:sp>
        <p:nvSpPr>
          <p:cNvPr id="27" name="reveal_22_kr"/>
          <p:cNvSpPr/>
          <p:nvPr/>
        </p:nvSpPr>
        <p:spPr>
          <a:xfrm>
            <a:off x="4961262" y="4868112"/>
            <a:ext cx="45685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18세기 영국 가구 중</a:t>
            </a:r>
          </a:p>
        </p:txBody>
      </p:sp>
      <p:sp>
        <p:nvSpPr>
          <p:cNvPr id="28" name="En"/>
          <p:cNvSpPr/>
          <p:nvPr/>
        </p:nvSpPr>
        <p:spPr>
          <a:xfrm>
            <a:off x="548640" y="5312775"/>
            <a:ext cx="19670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was so excited</a:t>
            </a:r>
          </a:p>
        </p:txBody>
      </p:sp>
      <p:sp>
        <p:nvSpPr>
          <p:cNvPr id="29" name="reveal_23_kr"/>
          <p:cNvSpPr/>
          <p:nvPr/>
        </p:nvSpPr>
        <p:spPr>
          <a:xfrm>
            <a:off x="548640" y="5646667"/>
            <a:ext cx="19670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그는 몹시 흥분했다</a:t>
            </a:r>
          </a:p>
        </p:txBody>
      </p:sp>
      <p:sp>
        <p:nvSpPr>
          <p:cNvPr id="30" name="Sep"/>
          <p:cNvSpPr/>
          <p:nvPr/>
        </p:nvSpPr>
        <p:spPr>
          <a:xfrm>
            <a:off x="2515728" y="531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1" name="En"/>
          <p:cNvSpPr/>
          <p:nvPr/>
        </p:nvSpPr>
        <p:spPr>
          <a:xfrm>
            <a:off x="2743521" y="5312775"/>
            <a:ext cx="28037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he almost fell over.</a:t>
            </a:r>
          </a:p>
        </p:txBody>
      </p:sp>
      <p:sp>
        <p:nvSpPr>
          <p:cNvPr id="32" name="reveal_24_kr"/>
          <p:cNvSpPr/>
          <p:nvPr/>
        </p:nvSpPr>
        <p:spPr>
          <a:xfrm>
            <a:off x="2743521" y="5646667"/>
            <a:ext cx="28037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그래서 거의 넘어질 뻔했다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7" grpId="0" animBg="1"/>
      <p:bldP spid="19" grpId="0" animBg="1"/>
      <p:bldP spid="21" grpId="0" animBg="1"/>
      <p:bldP spid="24" grpId="0" animBg="1"/>
      <p:bldP spid="27" grpId="0" animBg="1"/>
      <p:bldP spid="29" grpId="0" animBg="1"/>
      <p:bldP spid="3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L6-2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18390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"What’s wrong?"</a:t>
            </a:r>
          </a:p>
        </p:txBody>
      </p:sp>
      <p:sp>
        <p:nvSpPr>
          <p:cNvPr id="7" name="reveal_25_kr"/>
          <p:cNvSpPr/>
          <p:nvPr/>
        </p:nvSpPr>
        <p:spPr>
          <a:xfrm>
            <a:off x="548640" y="1753892"/>
            <a:ext cx="18390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"무슨 일이세요?"</a:t>
            </a:r>
          </a:p>
        </p:txBody>
      </p:sp>
      <p:sp>
        <p:nvSpPr>
          <p:cNvPr id="8" name="Sep"/>
          <p:cNvSpPr/>
          <p:nvPr/>
        </p:nvSpPr>
        <p:spPr>
          <a:xfrm>
            <a:off x="238771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2615505" y="1420000"/>
            <a:ext cx="13574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Bert asked.</a:t>
            </a:r>
          </a:p>
        </p:txBody>
      </p:sp>
      <p:sp>
        <p:nvSpPr>
          <p:cNvPr id="10" name="reveal_26_kr"/>
          <p:cNvSpPr/>
          <p:nvPr/>
        </p:nvSpPr>
        <p:spPr>
          <a:xfrm>
            <a:off x="2615505" y="1753892"/>
            <a:ext cx="13574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Bert가 물었다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216185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"Oh, nothing.</a:t>
            </a:r>
          </a:p>
        </p:txBody>
      </p:sp>
      <p:sp>
        <p:nvSpPr>
          <p:cNvPr id="12" name="reveal_27_kr"/>
          <p:cNvSpPr/>
          <p:nvPr/>
        </p:nvSpPr>
        <p:spPr>
          <a:xfrm>
            <a:off x="548640" y="2532447"/>
            <a:ext cx="216185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"아, 아무것도 아니에요</a:t>
            </a:r>
          </a:p>
        </p:txBody>
      </p:sp>
      <p:sp>
        <p:nvSpPr>
          <p:cNvPr id="13" name="Sep"/>
          <p:cNvSpPr/>
          <p:nvPr/>
        </p:nvSpPr>
        <p:spPr>
          <a:xfrm>
            <a:off x="2710495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2938288" y="2198555"/>
            <a:ext cx="231267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Nothing at all,"</a:t>
            </a:r>
          </a:p>
        </p:txBody>
      </p:sp>
      <p:sp>
        <p:nvSpPr>
          <p:cNvPr id="15" name="reveal_28_kr"/>
          <p:cNvSpPr/>
          <p:nvPr/>
        </p:nvSpPr>
        <p:spPr>
          <a:xfrm>
            <a:off x="2938288" y="2532447"/>
            <a:ext cx="231267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전혀 아무 일도 아닙니다"</a:t>
            </a:r>
          </a:p>
        </p:txBody>
      </p:sp>
      <p:sp>
        <p:nvSpPr>
          <p:cNvPr id="16" name="Sep"/>
          <p:cNvSpPr/>
          <p:nvPr/>
        </p:nvSpPr>
        <p:spPr>
          <a:xfrm>
            <a:off x="5250962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5478755" y="2198555"/>
            <a:ext cx="243255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Mr. Boggis lied.</a:t>
            </a:r>
          </a:p>
        </p:txBody>
      </p:sp>
      <p:sp>
        <p:nvSpPr>
          <p:cNvPr id="18" name="reveal_29_kr"/>
          <p:cNvSpPr/>
          <p:nvPr/>
        </p:nvSpPr>
        <p:spPr>
          <a:xfrm>
            <a:off x="5478755" y="2532447"/>
            <a:ext cx="243255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씨는 거짓말을 했다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977110"/>
            <a:ext cx="37593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then said with a straight face,</a:t>
            </a:r>
          </a:p>
        </p:txBody>
      </p:sp>
      <p:sp>
        <p:nvSpPr>
          <p:cNvPr id="20" name="reveal_30_kr"/>
          <p:cNvSpPr/>
          <p:nvPr/>
        </p:nvSpPr>
        <p:spPr>
          <a:xfrm>
            <a:off x="548640" y="3311002"/>
            <a:ext cx="37593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그러고 나서 그는 정색하며 말했다</a:t>
            </a:r>
          </a:p>
        </p:txBody>
      </p:sp>
      <p:sp>
        <p:nvSpPr>
          <p:cNvPr id="21" name="Sep"/>
          <p:cNvSpPr/>
          <p:nvPr/>
        </p:nvSpPr>
        <p:spPr>
          <a:xfrm>
            <a:off x="4307952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2" name="En"/>
          <p:cNvSpPr/>
          <p:nvPr/>
        </p:nvSpPr>
        <p:spPr>
          <a:xfrm>
            <a:off x="4535745" y="2977110"/>
            <a:ext cx="33752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"This table is a reproduction.</a:t>
            </a:r>
          </a:p>
        </p:txBody>
      </p:sp>
      <p:sp>
        <p:nvSpPr>
          <p:cNvPr id="23" name="reveal_31_kr"/>
          <p:cNvSpPr/>
          <p:nvPr/>
        </p:nvSpPr>
        <p:spPr>
          <a:xfrm>
            <a:off x="4535745" y="3311002"/>
            <a:ext cx="33752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"이 탁자는 복제품입니다</a:t>
            </a:r>
          </a:p>
        </p:txBody>
      </p:sp>
      <p:sp>
        <p:nvSpPr>
          <p:cNvPr id="24" name="Sep"/>
          <p:cNvSpPr/>
          <p:nvPr/>
        </p:nvSpPr>
        <p:spPr>
          <a:xfrm>
            <a:off x="7911009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5" name="En"/>
          <p:cNvSpPr/>
          <p:nvPr/>
        </p:nvSpPr>
        <p:spPr>
          <a:xfrm>
            <a:off x="8138802" y="2977110"/>
            <a:ext cx="337983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It’s worth only a few pounds."</a:t>
            </a:r>
          </a:p>
        </p:txBody>
      </p:sp>
      <p:sp>
        <p:nvSpPr>
          <p:cNvPr id="26" name="reveal_32_kr"/>
          <p:cNvSpPr/>
          <p:nvPr/>
        </p:nvSpPr>
        <p:spPr>
          <a:xfrm>
            <a:off x="8138802" y="3311002"/>
            <a:ext cx="337983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몇 파운드의 가치밖에 안 돼요"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8" grpId="0" animBg="1"/>
      <p:bldP spid="20" grpId="0" animBg="1"/>
      <p:bldP spid="23" grpId="0" animBg="1"/>
      <p:bldP spid="26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L6-3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240935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then added,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240935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그러고 나서 그는 덧붙였다</a:t>
            </a:r>
          </a:p>
        </p:txBody>
      </p:sp>
      <p:sp>
        <p:nvSpPr>
          <p:cNvPr id="8" name="Sep"/>
          <p:cNvSpPr/>
          <p:nvPr/>
        </p:nvSpPr>
        <p:spPr>
          <a:xfrm>
            <a:off x="295799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3185785" y="1420000"/>
            <a:ext cx="339934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"Hmm, I think I may buy it.</a:t>
            </a:r>
          </a:p>
        </p:txBody>
      </p:sp>
      <p:sp>
        <p:nvSpPr>
          <p:cNvPr id="10" name="reveal_2_kr"/>
          <p:cNvSpPr/>
          <p:nvPr/>
        </p:nvSpPr>
        <p:spPr>
          <a:xfrm>
            <a:off x="3185785" y="1753892"/>
            <a:ext cx="339934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"흠, 제가 그걸 살 수도 있을 것 같아요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437195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legs of my table at home are broken.</a:t>
            </a:r>
          </a:p>
        </p:txBody>
      </p:sp>
      <p:sp>
        <p:nvSpPr>
          <p:cNvPr id="12" name="reveal_3_kr"/>
          <p:cNvSpPr/>
          <p:nvPr/>
        </p:nvSpPr>
        <p:spPr>
          <a:xfrm>
            <a:off x="548640" y="2532447"/>
            <a:ext cx="437195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우리 집에 있는 탁자의 다리가 부러졌거든요</a:t>
            </a:r>
          </a:p>
        </p:txBody>
      </p:sp>
      <p:sp>
        <p:nvSpPr>
          <p:cNvPr id="13" name="En"/>
          <p:cNvSpPr/>
          <p:nvPr/>
        </p:nvSpPr>
        <p:spPr>
          <a:xfrm>
            <a:off x="548640" y="2977110"/>
            <a:ext cx="38598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 can cut off the legs of your table</a:t>
            </a:r>
          </a:p>
        </p:txBody>
      </p:sp>
      <p:sp>
        <p:nvSpPr>
          <p:cNvPr id="14" name="reveal_4_kr"/>
          <p:cNvSpPr/>
          <p:nvPr/>
        </p:nvSpPr>
        <p:spPr>
          <a:xfrm>
            <a:off x="548640" y="3311002"/>
            <a:ext cx="38598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제가 당신 탁자의 다리를 잘라 낼 수 있어요</a:t>
            </a:r>
          </a:p>
        </p:txBody>
      </p:sp>
      <p:sp>
        <p:nvSpPr>
          <p:cNvPr id="15" name="Sep"/>
          <p:cNvSpPr/>
          <p:nvPr/>
        </p:nvSpPr>
        <p:spPr>
          <a:xfrm>
            <a:off x="4408536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6" name="En"/>
          <p:cNvSpPr/>
          <p:nvPr/>
        </p:nvSpPr>
        <p:spPr>
          <a:xfrm>
            <a:off x="4636329" y="2977110"/>
            <a:ext cx="363523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attach them to mine."</a:t>
            </a:r>
          </a:p>
        </p:txBody>
      </p:sp>
      <p:sp>
        <p:nvSpPr>
          <p:cNvPr id="17" name="reveal_5_kr"/>
          <p:cNvSpPr/>
          <p:nvPr/>
        </p:nvSpPr>
        <p:spPr>
          <a:xfrm>
            <a:off x="4636329" y="3311002"/>
            <a:ext cx="363523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그것들을 제 것에 붙일 수 있어요"</a:t>
            </a:r>
          </a:p>
        </p:txBody>
      </p:sp>
      <p:sp>
        <p:nvSpPr>
          <p:cNvPr id="18" name="En"/>
          <p:cNvSpPr/>
          <p:nvPr/>
        </p:nvSpPr>
        <p:spPr>
          <a:xfrm>
            <a:off x="548640" y="3755665"/>
            <a:ext cx="140930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"How much?"</a:t>
            </a:r>
          </a:p>
        </p:txBody>
      </p:sp>
      <p:sp>
        <p:nvSpPr>
          <p:cNvPr id="19" name="reveal_6_kr"/>
          <p:cNvSpPr/>
          <p:nvPr/>
        </p:nvSpPr>
        <p:spPr>
          <a:xfrm>
            <a:off x="548640" y="4089557"/>
            <a:ext cx="140930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"얼마요?"</a:t>
            </a:r>
          </a:p>
        </p:txBody>
      </p:sp>
      <p:sp>
        <p:nvSpPr>
          <p:cNvPr id="20" name="Sep"/>
          <p:cNvSpPr/>
          <p:nvPr/>
        </p:nvSpPr>
        <p:spPr>
          <a:xfrm>
            <a:off x="1957944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1" name="En"/>
          <p:cNvSpPr/>
          <p:nvPr/>
        </p:nvSpPr>
        <p:spPr>
          <a:xfrm>
            <a:off x="2185737" y="3755665"/>
            <a:ext cx="175220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Rummins asked.</a:t>
            </a:r>
          </a:p>
        </p:txBody>
      </p:sp>
      <p:sp>
        <p:nvSpPr>
          <p:cNvPr id="22" name="reveal_7_kr"/>
          <p:cNvSpPr/>
          <p:nvPr/>
        </p:nvSpPr>
        <p:spPr>
          <a:xfrm>
            <a:off x="2185737" y="4089557"/>
            <a:ext cx="175220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Rummins가 물었다</a:t>
            </a:r>
          </a:p>
        </p:txBody>
      </p:sp>
      <p:sp>
        <p:nvSpPr>
          <p:cNvPr id="23" name="En"/>
          <p:cNvSpPr/>
          <p:nvPr/>
        </p:nvSpPr>
        <p:spPr>
          <a:xfrm>
            <a:off x="548640" y="4534220"/>
            <a:ext cx="259345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"Not much, I’m afraid.</a:t>
            </a:r>
          </a:p>
        </p:txBody>
      </p:sp>
      <p:sp>
        <p:nvSpPr>
          <p:cNvPr id="24" name="reveal_8_kr"/>
          <p:cNvSpPr/>
          <p:nvPr/>
        </p:nvSpPr>
        <p:spPr>
          <a:xfrm>
            <a:off x="548640" y="4868112"/>
            <a:ext cx="259345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"유감이지만 많지는 않아요</a:t>
            </a:r>
          </a:p>
        </p:txBody>
      </p:sp>
      <p:sp>
        <p:nvSpPr>
          <p:cNvPr id="25" name="Sep"/>
          <p:cNvSpPr/>
          <p:nvPr/>
        </p:nvSpPr>
        <p:spPr>
          <a:xfrm>
            <a:off x="3142092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6" name="En"/>
          <p:cNvSpPr/>
          <p:nvPr/>
        </p:nvSpPr>
        <p:spPr>
          <a:xfrm>
            <a:off x="3369885" y="4534220"/>
            <a:ext cx="32609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is just a reproduction,"</a:t>
            </a:r>
          </a:p>
        </p:txBody>
      </p:sp>
      <p:sp>
        <p:nvSpPr>
          <p:cNvPr id="27" name="reveal_9_kr"/>
          <p:cNvSpPr/>
          <p:nvPr/>
        </p:nvSpPr>
        <p:spPr>
          <a:xfrm>
            <a:off x="3369885" y="4868112"/>
            <a:ext cx="32609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이건 그저 복제품이니까요"</a:t>
            </a:r>
          </a:p>
        </p:txBody>
      </p:sp>
      <p:sp>
        <p:nvSpPr>
          <p:cNvPr id="28" name="Sep"/>
          <p:cNvSpPr/>
          <p:nvPr/>
        </p:nvSpPr>
        <p:spPr>
          <a:xfrm>
            <a:off x="6630849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9" name="En"/>
          <p:cNvSpPr/>
          <p:nvPr/>
        </p:nvSpPr>
        <p:spPr>
          <a:xfrm>
            <a:off x="6858642" y="4534220"/>
            <a:ext cx="19030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said Mr. Boggis.</a:t>
            </a:r>
          </a:p>
        </p:txBody>
      </p:sp>
      <p:sp>
        <p:nvSpPr>
          <p:cNvPr id="30" name="reveal_10_kr"/>
          <p:cNvSpPr/>
          <p:nvPr/>
        </p:nvSpPr>
        <p:spPr>
          <a:xfrm>
            <a:off x="6858642" y="4868112"/>
            <a:ext cx="19030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씨가 말했다</a:t>
            </a:r>
          </a:p>
        </p:txBody>
      </p:sp>
      <p:sp>
        <p:nvSpPr>
          <p:cNvPr id="31" name="En"/>
          <p:cNvSpPr/>
          <p:nvPr/>
        </p:nvSpPr>
        <p:spPr>
          <a:xfrm>
            <a:off x="548640" y="5312775"/>
            <a:ext cx="17019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"So how much?"</a:t>
            </a:r>
          </a:p>
        </p:txBody>
      </p:sp>
      <p:sp>
        <p:nvSpPr>
          <p:cNvPr id="32" name="reveal_11_kr"/>
          <p:cNvSpPr/>
          <p:nvPr/>
        </p:nvSpPr>
        <p:spPr>
          <a:xfrm>
            <a:off x="548640" y="5646667"/>
            <a:ext cx="17019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"그래서 얼마요?"</a:t>
            </a:r>
          </a:p>
        </p:txBody>
      </p:sp>
      <p:sp>
        <p:nvSpPr>
          <p:cNvPr id="33" name="Sep"/>
          <p:cNvSpPr/>
          <p:nvPr/>
        </p:nvSpPr>
        <p:spPr>
          <a:xfrm>
            <a:off x="2250552" y="531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4" name="En"/>
          <p:cNvSpPr/>
          <p:nvPr/>
        </p:nvSpPr>
        <p:spPr>
          <a:xfrm>
            <a:off x="2478345" y="5312775"/>
            <a:ext cx="15830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"Ten pounds."</a:t>
            </a:r>
          </a:p>
        </p:txBody>
      </p:sp>
      <p:sp>
        <p:nvSpPr>
          <p:cNvPr id="35" name="reveal_12_kr"/>
          <p:cNvSpPr/>
          <p:nvPr/>
        </p:nvSpPr>
        <p:spPr>
          <a:xfrm>
            <a:off x="2478345" y="5646667"/>
            <a:ext cx="15830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"10파운드요"</a:t>
            </a:r>
          </a:p>
        </p:txBody>
      </p:sp>
      <p:sp>
        <p:nvSpPr>
          <p:cNvPr id="36" name="Sep"/>
          <p:cNvSpPr/>
          <p:nvPr/>
        </p:nvSpPr>
        <p:spPr>
          <a:xfrm>
            <a:off x="4061385" y="531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7" name="En"/>
          <p:cNvSpPr/>
          <p:nvPr/>
        </p:nvSpPr>
        <p:spPr>
          <a:xfrm>
            <a:off x="4289178" y="5312775"/>
            <a:ext cx="89343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"Ten?</a:t>
            </a:r>
          </a:p>
        </p:txBody>
      </p:sp>
      <p:sp>
        <p:nvSpPr>
          <p:cNvPr id="38" name="reveal_13_kr"/>
          <p:cNvSpPr/>
          <p:nvPr/>
        </p:nvSpPr>
        <p:spPr>
          <a:xfrm>
            <a:off x="4289178" y="5646667"/>
            <a:ext cx="89343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"10이요?</a:t>
            </a:r>
          </a:p>
        </p:txBody>
      </p:sp>
      <p:sp>
        <p:nvSpPr>
          <p:cNvPr id="39" name="Sep"/>
          <p:cNvSpPr/>
          <p:nvPr/>
        </p:nvSpPr>
        <p:spPr>
          <a:xfrm>
            <a:off x="5182608" y="531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40" name="En"/>
          <p:cNvSpPr/>
          <p:nvPr/>
        </p:nvSpPr>
        <p:spPr>
          <a:xfrm>
            <a:off x="5410401" y="5312775"/>
            <a:ext cx="308722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It’s worth more than that."</a:t>
            </a:r>
          </a:p>
        </p:txBody>
      </p:sp>
      <p:sp>
        <p:nvSpPr>
          <p:cNvPr id="41" name="reveal_14_kr"/>
          <p:cNvSpPr/>
          <p:nvPr/>
        </p:nvSpPr>
        <p:spPr>
          <a:xfrm>
            <a:off x="5410401" y="5646667"/>
            <a:ext cx="308722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그것보다는 가치가 더 나가요"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4" grpId="0" animBg="1"/>
      <p:bldP spid="17" grpId="0" animBg="1"/>
      <p:bldP spid="19" grpId="0" animBg="1"/>
      <p:bldP spid="22" grpId="0" animBg="1"/>
      <p:bldP spid="24" grpId="0" animBg="1"/>
      <p:bldP spid="27" grpId="0" animBg="1"/>
      <p:bldP spid="30" grpId="0" animBg="1"/>
      <p:bldP spid="32" grpId="0" animBg="1"/>
      <p:bldP spid="35" grpId="0" animBg="1"/>
      <p:bldP spid="38" grpId="0" animBg="1"/>
      <p:bldP spid="41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L6-3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23602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"How about fifteen?"</a:t>
            </a:r>
          </a:p>
        </p:txBody>
      </p:sp>
      <p:sp>
        <p:nvSpPr>
          <p:cNvPr id="7" name="reveal_15_kr"/>
          <p:cNvSpPr/>
          <p:nvPr/>
        </p:nvSpPr>
        <p:spPr>
          <a:xfrm>
            <a:off x="548640" y="1753892"/>
            <a:ext cx="23602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"15는 어때요?"</a:t>
            </a:r>
          </a:p>
        </p:txBody>
      </p:sp>
      <p:sp>
        <p:nvSpPr>
          <p:cNvPr id="8" name="Sep"/>
          <p:cNvSpPr/>
          <p:nvPr/>
        </p:nvSpPr>
        <p:spPr>
          <a:xfrm>
            <a:off x="2908920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3136713" y="1420000"/>
            <a:ext cx="18756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"Make it fifty."</a:t>
            </a:r>
          </a:p>
        </p:txBody>
      </p:sp>
      <p:sp>
        <p:nvSpPr>
          <p:cNvPr id="10" name="reveal_16_kr"/>
          <p:cNvSpPr/>
          <p:nvPr/>
        </p:nvSpPr>
        <p:spPr>
          <a:xfrm>
            <a:off x="3136713" y="1753892"/>
            <a:ext cx="18756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"50으로 하지요"</a:t>
            </a:r>
          </a:p>
        </p:txBody>
      </p:sp>
      <p:sp>
        <p:nvSpPr>
          <p:cNvPr id="11" name="Sep"/>
          <p:cNvSpPr/>
          <p:nvPr/>
        </p:nvSpPr>
        <p:spPr>
          <a:xfrm>
            <a:off x="5012361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5240154" y="1420000"/>
            <a:ext cx="16973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"Well, thirty.</a:t>
            </a:r>
          </a:p>
        </p:txBody>
      </p:sp>
      <p:sp>
        <p:nvSpPr>
          <p:cNvPr id="13" name="reveal_17_kr"/>
          <p:cNvSpPr/>
          <p:nvPr/>
        </p:nvSpPr>
        <p:spPr>
          <a:xfrm>
            <a:off x="5240154" y="1753892"/>
            <a:ext cx="16973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"음, 30이요</a:t>
            </a:r>
          </a:p>
        </p:txBody>
      </p:sp>
      <p:sp>
        <p:nvSpPr>
          <p:cNvPr id="14" name="Sep"/>
          <p:cNvSpPr/>
          <p:nvPr/>
        </p:nvSpPr>
        <p:spPr>
          <a:xfrm>
            <a:off x="6937494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5" name="En"/>
          <p:cNvSpPr/>
          <p:nvPr/>
        </p:nvSpPr>
        <p:spPr>
          <a:xfrm>
            <a:off x="7165287" y="1420000"/>
            <a:ext cx="27168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is my final offer."</a:t>
            </a:r>
          </a:p>
        </p:txBody>
      </p:sp>
      <p:sp>
        <p:nvSpPr>
          <p:cNvPr id="16" name="reveal_18_kr"/>
          <p:cNvSpPr/>
          <p:nvPr/>
        </p:nvSpPr>
        <p:spPr>
          <a:xfrm>
            <a:off x="7165287" y="1753892"/>
            <a:ext cx="27168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이게 제 마지막 제안입니다"</a:t>
            </a:r>
          </a:p>
        </p:txBody>
      </p:sp>
      <p:sp>
        <p:nvSpPr>
          <p:cNvPr id="17" name="En"/>
          <p:cNvSpPr/>
          <p:nvPr/>
        </p:nvSpPr>
        <p:spPr>
          <a:xfrm>
            <a:off x="548640" y="2198555"/>
            <a:ext cx="240935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"OK, it’s yours,</a:t>
            </a:r>
          </a:p>
        </p:txBody>
      </p:sp>
      <p:sp>
        <p:nvSpPr>
          <p:cNvPr id="18" name="reveal_19_kr"/>
          <p:cNvSpPr/>
          <p:nvPr/>
        </p:nvSpPr>
        <p:spPr>
          <a:xfrm>
            <a:off x="548640" y="2532447"/>
            <a:ext cx="240935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"좋아요, 그건 당신 겁니다</a:t>
            </a:r>
          </a:p>
        </p:txBody>
      </p:sp>
      <p:sp>
        <p:nvSpPr>
          <p:cNvPr id="19" name="Sep"/>
          <p:cNvSpPr/>
          <p:nvPr/>
        </p:nvSpPr>
        <p:spPr>
          <a:xfrm>
            <a:off x="2957992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0" name="En"/>
          <p:cNvSpPr/>
          <p:nvPr/>
        </p:nvSpPr>
        <p:spPr>
          <a:xfrm>
            <a:off x="3185785" y="2198555"/>
            <a:ext cx="35672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but how are you going to take it?</a:t>
            </a:r>
          </a:p>
        </p:txBody>
      </p:sp>
      <p:sp>
        <p:nvSpPr>
          <p:cNvPr id="21" name="reveal_20_kr"/>
          <p:cNvSpPr/>
          <p:nvPr/>
        </p:nvSpPr>
        <p:spPr>
          <a:xfrm>
            <a:off x="3185785" y="2532447"/>
            <a:ext cx="35672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그런데 그걸 어떻게 가져갈 건가요?</a:t>
            </a:r>
          </a:p>
        </p:txBody>
      </p:sp>
      <p:sp>
        <p:nvSpPr>
          <p:cNvPr id="22" name="Sep"/>
          <p:cNvSpPr/>
          <p:nvPr/>
        </p:nvSpPr>
        <p:spPr>
          <a:xfrm>
            <a:off x="6753073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3" name="En"/>
          <p:cNvSpPr/>
          <p:nvPr/>
        </p:nvSpPr>
        <p:spPr>
          <a:xfrm>
            <a:off x="6980866" y="2198555"/>
            <a:ext cx="35947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thing will not go in a car!"</a:t>
            </a:r>
          </a:p>
        </p:txBody>
      </p:sp>
      <p:sp>
        <p:nvSpPr>
          <p:cNvPr id="24" name="reveal_21_kr"/>
          <p:cNvSpPr/>
          <p:nvPr/>
        </p:nvSpPr>
        <p:spPr>
          <a:xfrm>
            <a:off x="6980866" y="2532447"/>
            <a:ext cx="35947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이건 차에 들어가지 않을 거예요!"</a:t>
            </a:r>
          </a:p>
        </p:txBody>
      </p:sp>
      <p:sp>
        <p:nvSpPr>
          <p:cNvPr id="25" name="En"/>
          <p:cNvSpPr/>
          <p:nvPr/>
        </p:nvSpPr>
        <p:spPr>
          <a:xfrm>
            <a:off x="548640" y="2977110"/>
            <a:ext cx="14687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"We’ll see,"</a:t>
            </a:r>
          </a:p>
        </p:txBody>
      </p:sp>
      <p:sp>
        <p:nvSpPr>
          <p:cNvPr id="26" name="reveal_22_kr"/>
          <p:cNvSpPr/>
          <p:nvPr/>
        </p:nvSpPr>
        <p:spPr>
          <a:xfrm>
            <a:off x="548640" y="3311002"/>
            <a:ext cx="14687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"두고 보죠"</a:t>
            </a:r>
          </a:p>
        </p:txBody>
      </p:sp>
      <p:sp>
        <p:nvSpPr>
          <p:cNvPr id="27" name="Sep"/>
          <p:cNvSpPr/>
          <p:nvPr/>
        </p:nvSpPr>
        <p:spPr>
          <a:xfrm>
            <a:off x="2017380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8" name="En"/>
          <p:cNvSpPr/>
          <p:nvPr/>
        </p:nvSpPr>
        <p:spPr>
          <a:xfrm>
            <a:off x="2245173" y="2977110"/>
            <a:ext cx="179834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Mr. Boggis said</a:t>
            </a:r>
          </a:p>
        </p:txBody>
      </p:sp>
      <p:sp>
        <p:nvSpPr>
          <p:cNvPr id="29" name="reveal_23_kr"/>
          <p:cNvSpPr/>
          <p:nvPr/>
        </p:nvSpPr>
        <p:spPr>
          <a:xfrm>
            <a:off x="2245173" y="3311002"/>
            <a:ext cx="179834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씨가 말했다</a:t>
            </a:r>
          </a:p>
        </p:txBody>
      </p:sp>
      <p:sp>
        <p:nvSpPr>
          <p:cNvPr id="30" name="Sep"/>
          <p:cNvSpPr/>
          <p:nvPr/>
        </p:nvSpPr>
        <p:spPr>
          <a:xfrm>
            <a:off x="4043516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1" name="En"/>
          <p:cNvSpPr/>
          <p:nvPr/>
        </p:nvSpPr>
        <p:spPr>
          <a:xfrm>
            <a:off x="4271309" y="2977110"/>
            <a:ext cx="34844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went out to bring his car.</a:t>
            </a:r>
          </a:p>
        </p:txBody>
      </p:sp>
      <p:sp>
        <p:nvSpPr>
          <p:cNvPr id="32" name="reveal_24_kr"/>
          <p:cNvSpPr/>
          <p:nvPr/>
        </p:nvSpPr>
        <p:spPr>
          <a:xfrm>
            <a:off x="4271309" y="3311002"/>
            <a:ext cx="34844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자기 차를 가지러 밖으로 나갔다</a:t>
            </a:r>
          </a:p>
        </p:txBody>
      </p:sp>
      <p:sp>
        <p:nvSpPr>
          <p:cNvPr id="33" name="En"/>
          <p:cNvSpPr/>
          <p:nvPr/>
        </p:nvSpPr>
        <p:spPr>
          <a:xfrm>
            <a:off x="548640" y="3755665"/>
            <a:ext cx="243800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On his way to the car,</a:t>
            </a:r>
          </a:p>
        </p:txBody>
      </p:sp>
      <p:sp>
        <p:nvSpPr>
          <p:cNvPr id="34" name="reveal_25_kr"/>
          <p:cNvSpPr/>
          <p:nvPr/>
        </p:nvSpPr>
        <p:spPr>
          <a:xfrm>
            <a:off x="548640" y="4089557"/>
            <a:ext cx="243800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차로 가는 길에</a:t>
            </a:r>
          </a:p>
        </p:txBody>
      </p:sp>
      <p:sp>
        <p:nvSpPr>
          <p:cNvPr id="35" name="Sep"/>
          <p:cNvSpPr/>
          <p:nvPr/>
        </p:nvSpPr>
        <p:spPr>
          <a:xfrm>
            <a:off x="2986644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6" name="En"/>
          <p:cNvSpPr/>
          <p:nvPr/>
        </p:nvSpPr>
        <p:spPr>
          <a:xfrm>
            <a:off x="3214437" y="3755665"/>
            <a:ext cx="377302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Mr. Boggis couldn’t help smiling.</a:t>
            </a:r>
          </a:p>
        </p:txBody>
      </p:sp>
      <p:sp>
        <p:nvSpPr>
          <p:cNvPr id="37" name="reveal_26_kr"/>
          <p:cNvSpPr/>
          <p:nvPr/>
        </p:nvSpPr>
        <p:spPr>
          <a:xfrm>
            <a:off x="3214437" y="4089557"/>
            <a:ext cx="377302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씨는 웃지 않을 수 없었다</a:t>
            </a:r>
          </a:p>
        </p:txBody>
      </p:sp>
      <p:sp>
        <p:nvSpPr>
          <p:cNvPr id="38" name="En"/>
          <p:cNvSpPr/>
          <p:nvPr/>
        </p:nvSpPr>
        <p:spPr>
          <a:xfrm>
            <a:off x="548640" y="4534220"/>
            <a:ext cx="479258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table was what every dealer dreamed of.</a:t>
            </a:r>
          </a:p>
        </p:txBody>
      </p:sp>
      <p:sp>
        <p:nvSpPr>
          <p:cNvPr id="39" name="reveal_27_kr"/>
          <p:cNvSpPr/>
          <p:nvPr/>
        </p:nvSpPr>
        <p:spPr>
          <a:xfrm>
            <a:off x="548640" y="4868112"/>
            <a:ext cx="479258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 탁자는 모든 판매상이 꿈꾸던 것이었다</a:t>
            </a:r>
          </a:p>
        </p:txBody>
      </p:sp>
      <p:sp>
        <p:nvSpPr>
          <p:cNvPr id="40" name="En"/>
          <p:cNvSpPr/>
          <p:nvPr/>
        </p:nvSpPr>
        <p:spPr>
          <a:xfrm>
            <a:off x="548640" y="5312775"/>
            <a:ext cx="326096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couldn’t believe his luck.</a:t>
            </a:r>
          </a:p>
        </p:txBody>
      </p:sp>
      <p:sp>
        <p:nvSpPr>
          <p:cNvPr id="41" name="reveal_28_kr"/>
          <p:cNvSpPr/>
          <p:nvPr/>
        </p:nvSpPr>
        <p:spPr>
          <a:xfrm>
            <a:off x="548640" y="5646667"/>
            <a:ext cx="326096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그는 자신의 행운을 믿을 수 없었다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  <p:bldP spid="18" grpId="0" animBg="1"/>
      <p:bldP spid="21" grpId="0" animBg="1"/>
      <p:bldP spid="24" grpId="0" animBg="1"/>
      <p:bldP spid="26" grpId="0" animBg="1"/>
      <p:bldP spid="29" grpId="0" animBg="1"/>
      <p:bldP spid="32" grpId="0" animBg="1"/>
      <p:bldP spid="34" grpId="0" animBg="1"/>
      <p:bldP spid="37" grpId="0" animBg="1"/>
      <p:bldP spid="39" grpId="0" animBg="1"/>
      <p:bldP spid="4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L6-3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(3/4)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8736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"Dad, what if this thing doesn’t go</a:t>
            </a:r>
          </a:p>
        </p:txBody>
      </p:sp>
      <p:sp>
        <p:nvSpPr>
          <p:cNvPr id="7" name="reveal_29_kr"/>
          <p:cNvSpPr/>
          <p:nvPr/>
        </p:nvSpPr>
        <p:spPr>
          <a:xfrm>
            <a:off x="548640" y="1753892"/>
            <a:ext cx="38736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"아빠, 이게 들어가지 않으면 어쩌죠</a:t>
            </a:r>
          </a:p>
        </p:txBody>
      </p:sp>
      <p:sp>
        <p:nvSpPr>
          <p:cNvPr id="8" name="Sep"/>
          <p:cNvSpPr/>
          <p:nvPr/>
        </p:nvSpPr>
        <p:spPr>
          <a:xfrm>
            <a:off x="442225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4650045" y="1420000"/>
            <a:ext cx="12767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his car?</a:t>
            </a:r>
          </a:p>
        </p:txBody>
      </p:sp>
      <p:sp>
        <p:nvSpPr>
          <p:cNvPr id="10" name="reveal_30_kr"/>
          <p:cNvSpPr/>
          <p:nvPr/>
        </p:nvSpPr>
        <p:spPr>
          <a:xfrm>
            <a:off x="4650045" y="1753892"/>
            <a:ext cx="12767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그의 차에?</a:t>
            </a:r>
          </a:p>
        </p:txBody>
      </p:sp>
      <p:sp>
        <p:nvSpPr>
          <p:cNvPr id="11" name="Sep"/>
          <p:cNvSpPr/>
          <p:nvPr/>
        </p:nvSpPr>
        <p:spPr>
          <a:xfrm>
            <a:off x="5926761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6154554" y="1420000"/>
            <a:ext cx="294688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 might not pay you,"</a:t>
            </a:r>
          </a:p>
        </p:txBody>
      </p:sp>
      <p:sp>
        <p:nvSpPr>
          <p:cNvPr id="13" name="reveal_31_kr"/>
          <p:cNvSpPr/>
          <p:nvPr/>
        </p:nvSpPr>
        <p:spPr>
          <a:xfrm>
            <a:off x="6154554" y="1753892"/>
            <a:ext cx="294688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그가 돈을 내지 않을지도 몰라요"</a:t>
            </a:r>
          </a:p>
        </p:txBody>
      </p:sp>
      <p:sp>
        <p:nvSpPr>
          <p:cNvPr id="14" name="Sep"/>
          <p:cNvSpPr/>
          <p:nvPr/>
        </p:nvSpPr>
        <p:spPr>
          <a:xfrm>
            <a:off x="9101440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5" name="En"/>
          <p:cNvSpPr/>
          <p:nvPr/>
        </p:nvSpPr>
        <p:spPr>
          <a:xfrm>
            <a:off x="9329233" y="1420000"/>
            <a:ext cx="13574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said Bert.</a:t>
            </a:r>
          </a:p>
        </p:txBody>
      </p:sp>
      <p:sp>
        <p:nvSpPr>
          <p:cNvPr id="16" name="reveal_32_kr"/>
          <p:cNvSpPr/>
          <p:nvPr/>
        </p:nvSpPr>
        <p:spPr>
          <a:xfrm>
            <a:off x="9329233" y="1753892"/>
            <a:ext cx="13574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Bert가 말했다</a:t>
            </a:r>
          </a:p>
        </p:txBody>
      </p:sp>
      <p:sp>
        <p:nvSpPr>
          <p:cNvPr id="17" name="En"/>
          <p:cNvSpPr/>
          <p:nvPr/>
        </p:nvSpPr>
        <p:spPr>
          <a:xfrm>
            <a:off x="548640" y="2198555"/>
            <a:ext cx="296235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Rummins then had an idea.</a:t>
            </a:r>
          </a:p>
        </p:txBody>
      </p:sp>
      <p:sp>
        <p:nvSpPr>
          <p:cNvPr id="18" name="reveal_33_kr"/>
          <p:cNvSpPr/>
          <p:nvPr/>
        </p:nvSpPr>
        <p:spPr>
          <a:xfrm>
            <a:off x="548640" y="2532447"/>
            <a:ext cx="296235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Rummins는 그때 생각이 떠올랐다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977110"/>
            <a:ext cx="35307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"What he wants is only the legs.</a:t>
            </a:r>
          </a:p>
        </p:txBody>
      </p:sp>
      <p:sp>
        <p:nvSpPr>
          <p:cNvPr id="20" name="reveal_34_kr"/>
          <p:cNvSpPr/>
          <p:nvPr/>
        </p:nvSpPr>
        <p:spPr>
          <a:xfrm>
            <a:off x="548640" y="3311002"/>
            <a:ext cx="35307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"그가 원하는 것은 오직 다리뿐이야</a:t>
            </a:r>
          </a:p>
        </p:txBody>
      </p:sp>
      <p:sp>
        <p:nvSpPr>
          <p:cNvPr id="21" name="Sep"/>
          <p:cNvSpPr/>
          <p:nvPr/>
        </p:nvSpPr>
        <p:spPr>
          <a:xfrm>
            <a:off x="4079352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2" name="En"/>
          <p:cNvSpPr/>
          <p:nvPr/>
        </p:nvSpPr>
        <p:spPr>
          <a:xfrm>
            <a:off x="4307145" y="2977110"/>
            <a:ext cx="3530711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Let’s cut the legs off for him,"</a:t>
            </a:r>
          </a:p>
        </p:txBody>
      </p:sp>
      <p:sp>
        <p:nvSpPr>
          <p:cNvPr id="23" name="reveal_35_kr"/>
          <p:cNvSpPr/>
          <p:nvPr/>
        </p:nvSpPr>
        <p:spPr>
          <a:xfrm>
            <a:off x="4307145" y="3311002"/>
            <a:ext cx="3530711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그를 위해 다리를 잘라 주자"</a:t>
            </a:r>
          </a:p>
        </p:txBody>
      </p:sp>
      <p:sp>
        <p:nvSpPr>
          <p:cNvPr id="24" name="Sep"/>
          <p:cNvSpPr/>
          <p:nvPr/>
        </p:nvSpPr>
        <p:spPr>
          <a:xfrm>
            <a:off x="7837856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5" name="En"/>
          <p:cNvSpPr/>
          <p:nvPr/>
        </p:nvSpPr>
        <p:spPr>
          <a:xfrm>
            <a:off x="8065649" y="2977110"/>
            <a:ext cx="169393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said Rummins.</a:t>
            </a:r>
          </a:p>
        </p:txBody>
      </p:sp>
      <p:sp>
        <p:nvSpPr>
          <p:cNvPr id="26" name="reveal_36_kr"/>
          <p:cNvSpPr/>
          <p:nvPr/>
        </p:nvSpPr>
        <p:spPr>
          <a:xfrm>
            <a:off x="8065649" y="3311002"/>
            <a:ext cx="169393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Rummins가 말했다</a:t>
            </a:r>
          </a:p>
        </p:txBody>
      </p:sp>
      <p:sp>
        <p:nvSpPr>
          <p:cNvPr id="27" name="En"/>
          <p:cNvSpPr/>
          <p:nvPr/>
        </p:nvSpPr>
        <p:spPr>
          <a:xfrm>
            <a:off x="548640" y="3755665"/>
            <a:ext cx="181767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"Great idea!"</a:t>
            </a:r>
          </a:p>
        </p:txBody>
      </p:sp>
      <p:sp>
        <p:nvSpPr>
          <p:cNvPr id="28" name="reveal_37_kr"/>
          <p:cNvSpPr/>
          <p:nvPr/>
        </p:nvSpPr>
        <p:spPr>
          <a:xfrm>
            <a:off x="548640" y="4089557"/>
            <a:ext cx="181767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"좋은 생각이에요!"</a:t>
            </a:r>
          </a:p>
        </p:txBody>
      </p:sp>
      <p:sp>
        <p:nvSpPr>
          <p:cNvPr id="29" name="Sep"/>
          <p:cNvSpPr/>
          <p:nvPr/>
        </p:nvSpPr>
        <p:spPr>
          <a:xfrm>
            <a:off x="2366318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0" name="En"/>
          <p:cNvSpPr/>
          <p:nvPr/>
        </p:nvSpPr>
        <p:spPr>
          <a:xfrm>
            <a:off x="2594111" y="3755665"/>
            <a:ext cx="13574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said Bert.</a:t>
            </a:r>
          </a:p>
        </p:txBody>
      </p:sp>
      <p:sp>
        <p:nvSpPr>
          <p:cNvPr id="31" name="reveal_38_kr"/>
          <p:cNvSpPr/>
          <p:nvPr/>
        </p:nvSpPr>
        <p:spPr>
          <a:xfrm>
            <a:off x="2594111" y="4089557"/>
            <a:ext cx="13574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Bert가 말했다</a:t>
            </a:r>
          </a:p>
        </p:txBody>
      </p:sp>
      <p:sp>
        <p:nvSpPr>
          <p:cNvPr id="32" name="En"/>
          <p:cNvSpPr/>
          <p:nvPr/>
        </p:nvSpPr>
        <p:spPr>
          <a:xfrm>
            <a:off x="548640" y="4534220"/>
            <a:ext cx="268005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Bert then took out a saw</a:t>
            </a:r>
          </a:p>
        </p:txBody>
      </p:sp>
      <p:sp>
        <p:nvSpPr>
          <p:cNvPr id="33" name="reveal_39_kr"/>
          <p:cNvSpPr/>
          <p:nvPr/>
        </p:nvSpPr>
        <p:spPr>
          <a:xfrm>
            <a:off x="548640" y="4868112"/>
            <a:ext cx="268005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그런 다음 Bert는 톱을 꺼냈다</a:t>
            </a:r>
          </a:p>
        </p:txBody>
      </p:sp>
      <p:sp>
        <p:nvSpPr>
          <p:cNvPr id="34" name="Sep"/>
          <p:cNvSpPr/>
          <p:nvPr/>
        </p:nvSpPr>
        <p:spPr>
          <a:xfrm>
            <a:off x="3228693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5" name="En"/>
          <p:cNvSpPr/>
          <p:nvPr/>
        </p:nvSpPr>
        <p:spPr>
          <a:xfrm>
            <a:off x="3456486" y="4534220"/>
            <a:ext cx="32472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began to cut off the legs.</a:t>
            </a:r>
          </a:p>
        </p:txBody>
      </p:sp>
      <p:sp>
        <p:nvSpPr>
          <p:cNvPr id="36" name="reveal_40_kr"/>
          <p:cNvSpPr/>
          <p:nvPr/>
        </p:nvSpPr>
        <p:spPr>
          <a:xfrm>
            <a:off x="3456486" y="4868112"/>
            <a:ext cx="32472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다리를 잘라 내기 시작했다</a:t>
            </a:r>
          </a:p>
        </p:txBody>
      </p:sp>
      <p:sp>
        <p:nvSpPr>
          <p:cNvPr id="37" name="En"/>
          <p:cNvSpPr/>
          <p:nvPr/>
        </p:nvSpPr>
        <p:spPr>
          <a:xfrm>
            <a:off x="548640" y="5312775"/>
            <a:ext cx="300036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When Mr. Boggis came back,</a:t>
            </a:r>
          </a:p>
        </p:txBody>
      </p:sp>
      <p:sp>
        <p:nvSpPr>
          <p:cNvPr id="38" name="reveal_41_kr"/>
          <p:cNvSpPr/>
          <p:nvPr/>
        </p:nvSpPr>
        <p:spPr>
          <a:xfrm>
            <a:off x="548640" y="5646667"/>
            <a:ext cx="300036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씨가 돌아왔을 때</a:t>
            </a:r>
          </a:p>
        </p:txBody>
      </p:sp>
      <p:sp>
        <p:nvSpPr>
          <p:cNvPr id="39" name="Sep"/>
          <p:cNvSpPr/>
          <p:nvPr/>
        </p:nvSpPr>
        <p:spPr>
          <a:xfrm>
            <a:off x="3549000" y="531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40" name="En"/>
          <p:cNvSpPr/>
          <p:nvPr/>
        </p:nvSpPr>
        <p:spPr>
          <a:xfrm>
            <a:off x="3776793" y="5312775"/>
            <a:ext cx="28403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legs had been cut off.</a:t>
            </a:r>
          </a:p>
        </p:txBody>
      </p:sp>
      <p:sp>
        <p:nvSpPr>
          <p:cNvPr id="41" name="reveal_42_kr"/>
          <p:cNvSpPr/>
          <p:nvPr/>
        </p:nvSpPr>
        <p:spPr>
          <a:xfrm>
            <a:off x="3776793" y="5646667"/>
            <a:ext cx="28403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다리는 잘려 있었다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  <p:bldP spid="18" grpId="0" animBg="1"/>
      <p:bldP spid="20" grpId="0" animBg="1"/>
      <p:bldP spid="23" grpId="0" animBg="1"/>
      <p:bldP spid="26" grpId="0" animBg="1"/>
      <p:bldP spid="28" grpId="0" animBg="1"/>
      <p:bldP spid="31" grpId="0" animBg="1"/>
      <p:bldP spid="33" grpId="0" animBg="1"/>
      <p:bldP spid="36" grpId="0" animBg="1"/>
      <p:bldP spid="38" grpId="0" animBg="1"/>
      <p:bldP spid="41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L6-3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(4/4)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1624321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"Don’t worry,</a:t>
            </a:r>
          </a:p>
        </p:txBody>
      </p:sp>
      <p:sp>
        <p:nvSpPr>
          <p:cNvPr id="7" name="reveal_43_kr"/>
          <p:cNvSpPr/>
          <p:nvPr/>
        </p:nvSpPr>
        <p:spPr>
          <a:xfrm>
            <a:off x="548640" y="1753892"/>
            <a:ext cx="1624321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"걱정하지 마세요</a:t>
            </a:r>
          </a:p>
        </p:txBody>
      </p:sp>
      <p:sp>
        <p:nvSpPr>
          <p:cNvPr id="8" name="Sep"/>
          <p:cNvSpPr/>
          <p:nvPr/>
        </p:nvSpPr>
        <p:spPr>
          <a:xfrm>
            <a:off x="2172961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2400754" y="1420000"/>
            <a:ext cx="202263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was a favor.</a:t>
            </a:r>
          </a:p>
        </p:txBody>
      </p:sp>
      <p:sp>
        <p:nvSpPr>
          <p:cNvPr id="10" name="reveal_44_kr"/>
          <p:cNvSpPr/>
          <p:nvPr/>
        </p:nvSpPr>
        <p:spPr>
          <a:xfrm>
            <a:off x="2400754" y="1753892"/>
            <a:ext cx="202263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이건 호의로 한 거예요</a:t>
            </a:r>
          </a:p>
        </p:txBody>
      </p:sp>
      <p:sp>
        <p:nvSpPr>
          <p:cNvPr id="11" name="Sep"/>
          <p:cNvSpPr/>
          <p:nvPr/>
        </p:nvSpPr>
        <p:spPr>
          <a:xfrm>
            <a:off x="4423391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4651184" y="1420000"/>
            <a:ext cx="352695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 won’t charge you for this,"</a:t>
            </a:r>
          </a:p>
        </p:txBody>
      </p:sp>
      <p:sp>
        <p:nvSpPr>
          <p:cNvPr id="13" name="reveal_45_kr"/>
          <p:cNvSpPr/>
          <p:nvPr/>
        </p:nvSpPr>
        <p:spPr>
          <a:xfrm>
            <a:off x="4651184" y="1753892"/>
            <a:ext cx="352695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이것에 대해 비용을 청구하지 않을게요"</a:t>
            </a:r>
          </a:p>
        </p:txBody>
      </p:sp>
      <p:sp>
        <p:nvSpPr>
          <p:cNvPr id="14" name="Sep"/>
          <p:cNvSpPr/>
          <p:nvPr/>
        </p:nvSpPr>
        <p:spPr>
          <a:xfrm>
            <a:off x="8178143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5" name="En"/>
          <p:cNvSpPr/>
          <p:nvPr/>
        </p:nvSpPr>
        <p:spPr>
          <a:xfrm>
            <a:off x="8405936" y="1420000"/>
            <a:ext cx="169393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said Rummins.</a:t>
            </a:r>
          </a:p>
        </p:txBody>
      </p:sp>
      <p:sp>
        <p:nvSpPr>
          <p:cNvPr id="16" name="reveal_46_kr"/>
          <p:cNvSpPr/>
          <p:nvPr/>
        </p:nvSpPr>
        <p:spPr>
          <a:xfrm>
            <a:off x="8405936" y="1753892"/>
            <a:ext cx="169393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Rummins가 말했다</a:t>
            </a:r>
          </a:p>
        </p:txBody>
      </p:sp>
      <p:sp>
        <p:nvSpPr>
          <p:cNvPr id="17" name="En"/>
          <p:cNvSpPr/>
          <p:nvPr/>
        </p:nvSpPr>
        <p:spPr>
          <a:xfrm>
            <a:off x="548640" y="2198555"/>
            <a:ext cx="287341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Mr. Boggis was so shocked</a:t>
            </a:r>
          </a:p>
        </p:txBody>
      </p:sp>
      <p:sp>
        <p:nvSpPr>
          <p:cNvPr id="18" name="reveal_47_kr"/>
          <p:cNvSpPr/>
          <p:nvPr/>
        </p:nvSpPr>
        <p:spPr>
          <a:xfrm>
            <a:off x="548640" y="2532447"/>
            <a:ext cx="287341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Boggis 씨는 너무 충격을 받았다</a:t>
            </a:r>
          </a:p>
        </p:txBody>
      </p:sp>
      <p:sp>
        <p:nvSpPr>
          <p:cNvPr id="19" name="Sep"/>
          <p:cNvSpPr/>
          <p:nvPr/>
        </p:nvSpPr>
        <p:spPr>
          <a:xfrm>
            <a:off x="3422050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0" name="En"/>
          <p:cNvSpPr/>
          <p:nvPr/>
        </p:nvSpPr>
        <p:spPr>
          <a:xfrm>
            <a:off x="3649843" y="2198555"/>
            <a:ext cx="334783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he couldn’t say anything.</a:t>
            </a:r>
          </a:p>
        </p:txBody>
      </p:sp>
      <p:sp>
        <p:nvSpPr>
          <p:cNvPr id="21" name="reveal_48_kr"/>
          <p:cNvSpPr/>
          <p:nvPr/>
        </p:nvSpPr>
        <p:spPr>
          <a:xfrm>
            <a:off x="3649843" y="2532447"/>
            <a:ext cx="334783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그래서 아무 말도 할 수 없었다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  <p:bldP spid="18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