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200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  <a:ea typeface="맑은 고딕"/>
              </a:rPr>
              <a:t>Lesson 5  본문 구문독해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20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  <a:ea typeface="맑은 고딕"/>
              </a:rPr>
              <a:t>동아(윤) 중3 · 시지중 3학년 기말고사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520440"/>
            <a:ext cx="121920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L5-1 ~ L5-4  (총 4개 본문)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389120"/>
            <a:ext cx="12192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L5-1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128014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sports,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128014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스포츠에서는</a:t>
            </a:r>
          </a:p>
        </p:txBody>
      </p:sp>
      <p:sp>
        <p:nvSpPr>
          <p:cNvPr id="8" name="Sep"/>
          <p:cNvSpPr/>
          <p:nvPr/>
        </p:nvSpPr>
        <p:spPr>
          <a:xfrm>
            <a:off x="1828785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2056578" y="1420000"/>
            <a:ext cx="425308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only the players get a trophy or medal,</a:t>
            </a:r>
          </a:p>
        </p:txBody>
      </p:sp>
      <p:sp>
        <p:nvSpPr>
          <p:cNvPr id="10" name="reveal_2_kr"/>
          <p:cNvSpPr/>
          <p:nvPr/>
        </p:nvSpPr>
        <p:spPr>
          <a:xfrm>
            <a:off x="2056578" y="1753892"/>
            <a:ext cx="425308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선수들만 트로피나 메달을 받는다</a:t>
            </a:r>
          </a:p>
        </p:txBody>
      </p:sp>
      <p:sp>
        <p:nvSpPr>
          <p:cNvPr id="11" name="Sep"/>
          <p:cNvSpPr/>
          <p:nvPr/>
        </p:nvSpPr>
        <p:spPr>
          <a:xfrm>
            <a:off x="6309665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6537458" y="1420000"/>
            <a:ext cx="431199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but they don’t win on their own.</a:t>
            </a:r>
          </a:p>
        </p:txBody>
      </p:sp>
      <p:sp>
        <p:nvSpPr>
          <p:cNvPr id="13" name="reveal_3_kr"/>
          <p:cNvSpPr/>
          <p:nvPr/>
        </p:nvSpPr>
        <p:spPr>
          <a:xfrm>
            <a:off x="6537458" y="1753892"/>
            <a:ext cx="431199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하지만 그들이 혼자 힘으로 우승하는 것은 아니다</a:t>
            </a:r>
          </a:p>
        </p:txBody>
      </p:sp>
      <p:sp>
        <p:nvSpPr>
          <p:cNvPr id="14" name="En"/>
          <p:cNvSpPr/>
          <p:nvPr/>
        </p:nvSpPr>
        <p:spPr>
          <a:xfrm>
            <a:off x="548640" y="2198555"/>
            <a:ext cx="18756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There are people</a:t>
            </a:r>
          </a:p>
        </p:txBody>
      </p:sp>
      <p:sp>
        <p:nvSpPr>
          <p:cNvPr id="15" name="reveal_4_kr"/>
          <p:cNvSpPr/>
          <p:nvPr/>
        </p:nvSpPr>
        <p:spPr>
          <a:xfrm>
            <a:off x="548640" y="2532447"/>
            <a:ext cx="18756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사람들이 있다</a:t>
            </a:r>
          </a:p>
        </p:txBody>
      </p:sp>
      <p:sp>
        <p:nvSpPr>
          <p:cNvPr id="16" name="Sep"/>
          <p:cNvSpPr/>
          <p:nvPr/>
        </p:nvSpPr>
        <p:spPr>
          <a:xfrm>
            <a:off x="2424288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2652081" y="2198555"/>
            <a:ext cx="23968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who help the players.</a:t>
            </a:r>
          </a:p>
        </p:txBody>
      </p:sp>
      <p:sp>
        <p:nvSpPr>
          <p:cNvPr id="18" name="reveal_5_kr"/>
          <p:cNvSpPr/>
          <p:nvPr/>
        </p:nvSpPr>
        <p:spPr>
          <a:xfrm>
            <a:off x="2652081" y="2532447"/>
            <a:ext cx="23968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 선수들을 돕는</a:t>
            </a:r>
          </a:p>
        </p:txBody>
      </p:sp>
      <p:sp>
        <p:nvSpPr>
          <p:cNvPr id="19" name="En"/>
          <p:cNvSpPr/>
          <p:nvPr/>
        </p:nvSpPr>
        <p:spPr>
          <a:xfrm>
            <a:off x="548640" y="2977110"/>
            <a:ext cx="32609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These people are often hidden</a:t>
            </a:r>
          </a:p>
        </p:txBody>
      </p:sp>
      <p:sp>
        <p:nvSpPr>
          <p:cNvPr id="20" name="reveal_6_kr"/>
          <p:cNvSpPr/>
          <p:nvPr/>
        </p:nvSpPr>
        <p:spPr>
          <a:xfrm>
            <a:off x="548640" y="3311002"/>
            <a:ext cx="32609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 사람들은 종종 숨겨져 있다</a:t>
            </a:r>
          </a:p>
        </p:txBody>
      </p:sp>
      <p:sp>
        <p:nvSpPr>
          <p:cNvPr id="21" name="Sep"/>
          <p:cNvSpPr/>
          <p:nvPr/>
        </p:nvSpPr>
        <p:spPr>
          <a:xfrm>
            <a:off x="3809604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2" name="En"/>
          <p:cNvSpPr/>
          <p:nvPr/>
        </p:nvSpPr>
        <p:spPr>
          <a:xfrm>
            <a:off x="4037397" y="2977110"/>
            <a:ext cx="27123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don’t get attention.</a:t>
            </a:r>
          </a:p>
        </p:txBody>
      </p:sp>
      <p:sp>
        <p:nvSpPr>
          <p:cNvPr id="23" name="reveal_7_kr"/>
          <p:cNvSpPr/>
          <p:nvPr/>
        </p:nvSpPr>
        <p:spPr>
          <a:xfrm>
            <a:off x="4037397" y="3311002"/>
            <a:ext cx="27123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주목을 받지 못한다</a:t>
            </a:r>
          </a:p>
        </p:txBody>
      </p:sp>
      <p:sp>
        <p:nvSpPr>
          <p:cNvPr id="24" name="En"/>
          <p:cNvSpPr/>
          <p:nvPr/>
        </p:nvSpPr>
        <p:spPr>
          <a:xfrm>
            <a:off x="548640" y="3755665"/>
            <a:ext cx="343012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However, they are as important</a:t>
            </a:r>
          </a:p>
        </p:txBody>
      </p:sp>
      <p:sp>
        <p:nvSpPr>
          <p:cNvPr id="25" name="reveal_8_kr"/>
          <p:cNvSpPr/>
          <p:nvPr/>
        </p:nvSpPr>
        <p:spPr>
          <a:xfrm>
            <a:off x="548640" y="4089557"/>
            <a:ext cx="343012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하지만 그들은 중요하다</a:t>
            </a:r>
          </a:p>
        </p:txBody>
      </p:sp>
      <p:sp>
        <p:nvSpPr>
          <p:cNvPr id="26" name="Sep"/>
          <p:cNvSpPr/>
          <p:nvPr/>
        </p:nvSpPr>
        <p:spPr>
          <a:xfrm>
            <a:off x="3978767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4206560" y="3755665"/>
            <a:ext cx="17339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as the players.</a:t>
            </a:r>
          </a:p>
        </p:txBody>
      </p:sp>
      <p:sp>
        <p:nvSpPr>
          <p:cNvPr id="28" name="reveal_9_kr"/>
          <p:cNvSpPr/>
          <p:nvPr/>
        </p:nvSpPr>
        <p:spPr>
          <a:xfrm>
            <a:off x="4206560" y="4089557"/>
            <a:ext cx="17339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선수들만큼</a:t>
            </a:r>
          </a:p>
        </p:txBody>
      </p:sp>
      <p:sp>
        <p:nvSpPr>
          <p:cNvPr id="29" name="En"/>
          <p:cNvSpPr/>
          <p:nvPr/>
        </p:nvSpPr>
        <p:spPr>
          <a:xfrm>
            <a:off x="548640" y="4534220"/>
            <a:ext cx="26803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Here are some examples.</a:t>
            </a:r>
          </a:p>
        </p:txBody>
      </p:sp>
      <p:sp>
        <p:nvSpPr>
          <p:cNvPr id="30" name="reveal_10_kr"/>
          <p:cNvSpPr/>
          <p:nvPr/>
        </p:nvSpPr>
        <p:spPr>
          <a:xfrm>
            <a:off x="548640" y="4868112"/>
            <a:ext cx="26803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여기 몇 가지 예가 있다</a:t>
            </a:r>
          </a:p>
        </p:txBody>
      </p:sp>
      <p:sp>
        <p:nvSpPr>
          <p:cNvPr id="31" name="En"/>
          <p:cNvSpPr/>
          <p:nvPr/>
        </p:nvSpPr>
        <p:spPr>
          <a:xfrm>
            <a:off x="548640" y="5312775"/>
            <a:ext cx="34302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Pacers run with other runners</a:t>
            </a:r>
          </a:p>
        </p:txBody>
      </p:sp>
      <p:sp>
        <p:nvSpPr>
          <p:cNvPr id="32" name="reveal_11_kr"/>
          <p:cNvSpPr/>
          <p:nvPr/>
        </p:nvSpPr>
        <p:spPr>
          <a:xfrm>
            <a:off x="548640" y="5646667"/>
            <a:ext cx="34302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페이서들은 다른 선수들과 함께 달린다</a:t>
            </a:r>
          </a:p>
        </p:txBody>
      </p:sp>
      <p:sp>
        <p:nvSpPr>
          <p:cNvPr id="33" name="Sep"/>
          <p:cNvSpPr/>
          <p:nvPr/>
        </p:nvSpPr>
        <p:spPr>
          <a:xfrm>
            <a:off x="3978920" y="531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4" name="En"/>
          <p:cNvSpPr/>
          <p:nvPr/>
        </p:nvSpPr>
        <p:spPr>
          <a:xfrm>
            <a:off x="4206713" y="5312775"/>
            <a:ext cx="312380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lead them in a marathon.</a:t>
            </a:r>
          </a:p>
        </p:txBody>
      </p:sp>
      <p:sp>
        <p:nvSpPr>
          <p:cNvPr id="35" name="reveal_12_kr"/>
          <p:cNvSpPr/>
          <p:nvPr/>
        </p:nvSpPr>
        <p:spPr>
          <a:xfrm>
            <a:off x="4206713" y="5646667"/>
            <a:ext cx="312380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마라톤에서 그들을 이끈다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  <p:bldP spid="18" grpId="0" animBg="1"/>
      <p:bldP spid="20" grpId="0" animBg="1"/>
      <p:bldP spid="23" grpId="0" animBg="1"/>
      <p:bldP spid="25" grpId="0" animBg="1"/>
      <p:bldP spid="28" grpId="0" animBg="1"/>
      <p:bldP spid="30" grpId="0" animBg="1"/>
      <p:bldP spid="32" grpId="0" animBg="1"/>
      <p:bldP spid="3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L5-1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5398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Pacers are experienced runners,</a:t>
            </a:r>
          </a:p>
        </p:txBody>
      </p:sp>
      <p:sp>
        <p:nvSpPr>
          <p:cNvPr id="7" name="reveal_13_kr"/>
          <p:cNvSpPr/>
          <p:nvPr/>
        </p:nvSpPr>
        <p:spPr>
          <a:xfrm>
            <a:off x="548640" y="1753892"/>
            <a:ext cx="35398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페이서들은 경험이 많은 선수들이다</a:t>
            </a:r>
          </a:p>
        </p:txBody>
      </p:sp>
      <p:sp>
        <p:nvSpPr>
          <p:cNvPr id="8" name="Sep"/>
          <p:cNvSpPr/>
          <p:nvPr/>
        </p:nvSpPr>
        <p:spPr>
          <a:xfrm>
            <a:off x="4088496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4316289" y="1420000"/>
            <a:ext cx="431199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their job is to help other runners</a:t>
            </a:r>
          </a:p>
        </p:txBody>
      </p:sp>
      <p:sp>
        <p:nvSpPr>
          <p:cNvPr id="10" name="reveal_14_kr"/>
          <p:cNvSpPr/>
          <p:nvPr/>
        </p:nvSpPr>
        <p:spPr>
          <a:xfrm>
            <a:off x="4316289" y="1753892"/>
            <a:ext cx="431199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그들의 역할은 다른 선수들을 돕는 것이다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088555"/>
            <a:ext cx="28540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manage their race better.</a:t>
            </a:r>
          </a:p>
        </p:txBody>
      </p:sp>
      <p:sp>
        <p:nvSpPr>
          <p:cNvPr id="12" name="reveal_15_kr"/>
          <p:cNvSpPr/>
          <p:nvPr/>
        </p:nvSpPr>
        <p:spPr>
          <a:xfrm>
            <a:off x="548640" y="2422447"/>
            <a:ext cx="28540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경주를 더 잘 운영하도록</a:t>
            </a:r>
          </a:p>
        </p:txBody>
      </p:sp>
      <p:sp>
        <p:nvSpPr>
          <p:cNvPr id="13" name="En"/>
          <p:cNvSpPr/>
          <p:nvPr/>
        </p:nvSpPr>
        <p:spPr>
          <a:xfrm>
            <a:off x="548640" y="2867110"/>
            <a:ext cx="309770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There can be several pacers</a:t>
            </a:r>
          </a:p>
        </p:txBody>
      </p:sp>
      <p:sp>
        <p:nvSpPr>
          <p:cNvPr id="14" name="reveal_16_kr"/>
          <p:cNvSpPr/>
          <p:nvPr/>
        </p:nvSpPr>
        <p:spPr>
          <a:xfrm>
            <a:off x="548640" y="3201002"/>
            <a:ext cx="309770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여러 명의 페이서들이 있을 수 있다</a:t>
            </a:r>
          </a:p>
        </p:txBody>
      </p:sp>
      <p:sp>
        <p:nvSpPr>
          <p:cNvPr id="15" name="Sep"/>
          <p:cNvSpPr/>
          <p:nvPr/>
        </p:nvSpPr>
        <p:spPr>
          <a:xfrm>
            <a:off x="3646345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6" name="En"/>
          <p:cNvSpPr/>
          <p:nvPr/>
        </p:nvSpPr>
        <p:spPr>
          <a:xfrm>
            <a:off x="3874138" y="2867110"/>
            <a:ext cx="11624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a race.</a:t>
            </a:r>
          </a:p>
        </p:txBody>
      </p:sp>
      <p:sp>
        <p:nvSpPr>
          <p:cNvPr id="17" name="reveal_17_kr"/>
          <p:cNvSpPr/>
          <p:nvPr/>
        </p:nvSpPr>
        <p:spPr>
          <a:xfrm>
            <a:off x="3874138" y="3201002"/>
            <a:ext cx="11624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한 경주에는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4" grpId="0" animBg="1"/>
      <p:bldP spid="17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L5-2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38964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Each pacer runs at different speeds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38964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각각의 페이서는 다른 속도로 달린다</a:t>
            </a:r>
          </a:p>
        </p:txBody>
      </p:sp>
      <p:sp>
        <p:nvSpPr>
          <p:cNvPr id="8" name="Sep"/>
          <p:cNvSpPr/>
          <p:nvPr/>
        </p:nvSpPr>
        <p:spPr>
          <a:xfrm>
            <a:off x="4445112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4672905" y="1420000"/>
            <a:ext cx="453198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finishes the race in different times.</a:t>
            </a:r>
          </a:p>
        </p:txBody>
      </p:sp>
      <p:sp>
        <p:nvSpPr>
          <p:cNvPr id="10" name="reveal_2_kr"/>
          <p:cNvSpPr/>
          <p:nvPr/>
        </p:nvSpPr>
        <p:spPr>
          <a:xfrm>
            <a:off x="4672905" y="1753892"/>
            <a:ext cx="453198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다른 시간대에 경주를 마친다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4125071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Pacers usually have flags or balloons</a:t>
            </a:r>
          </a:p>
        </p:txBody>
      </p:sp>
      <p:sp>
        <p:nvSpPr>
          <p:cNvPr id="12" name="reveal_3_kr"/>
          <p:cNvSpPr/>
          <p:nvPr/>
        </p:nvSpPr>
        <p:spPr>
          <a:xfrm>
            <a:off x="548640" y="2532447"/>
            <a:ext cx="4125071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페이서들은 보통 깃발이나 풍선을 가지고 있다</a:t>
            </a:r>
          </a:p>
        </p:txBody>
      </p:sp>
      <p:sp>
        <p:nvSpPr>
          <p:cNvPr id="13" name="Sep"/>
          <p:cNvSpPr/>
          <p:nvPr/>
        </p:nvSpPr>
        <p:spPr>
          <a:xfrm>
            <a:off x="4673711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4901504" y="2198555"/>
            <a:ext cx="299578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showing their finish time.</a:t>
            </a:r>
          </a:p>
        </p:txBody>
      </p:sp>
      <p:sp>
        <p:nvSpPr>
          <p:cNvPr id="15" name="reveal_4_kr"/>
          <p:cNvSpPr/>
          <p:nvPr/>
        </p:nvSpPr>
        <p:spPr>
          <a:xfrm>
            <a:off x="4901504" y="2532447"/>
            <a:ext cx="299578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자신들의 완주 시간을 나타내는</a:t>
            </a:r>
          </a:p>
        </p:txBody>
      </p:sp>
      <p:sp>
        <p:nvSpPr>
          <p:cNvPr id="16" name="En"/>
          <p:cNvSpPr/>
          <p:nvPr/>
        </p:nvSpPr>
        <p:spPr>
          <a:xfrm>
            <a:off x="548640" y="2977110"/>
            <a:ext cx="304356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Runners can choose a pacer</a:t>
            </a:r>
          </a:p>
        </p:txBody>
      </p:sp>
      <p:sp>
        <p:nvSpPr>
          <p:cNvPr id="17" name="reveal_5_kr"/>
          <p:cNvSpPr/>
          <p:nvPr/>
        </p:nvSpPr>
        <p:spPr>
          <a:xfrm>
            <a:off x="548640" y="3311002"/>
            <a:ext cx="304356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선수들은 페이서를 선택할 수 있다</a:t>
            </a:r>
          </a:p>
        </p:txBody>
      </p:sp>
      <p:sp>
        <p:nvSpPr>
          <p:cNvPr id="18" name="Sep"/>
          <p:cNvSpPr/>
          <p:nvPr/>
        </p:nvSpPr>
        <p:spPr>
          <a:xfrm>
            <a:off x="3592205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9" name="En"/>
          <p:cNvSpPr/>
          <p:nvPr/>
        </p:nvSpPr>
        <p:spPr>
          <a:xfrm>
            <a:off x="3819998" y="2977110"/>
            <a:ext cx="42393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depending on their target finish time.</a:t>
            </a:r>
          </a:p>
        </p:txBody>
      </p:sp>
      <p:sp>
        <p:nvSpPr>
          <p:cNvPr id="20" name="reveal_6_kr"/>
          <p:cNvSpPr/>
          <p:nvPr/>
        </p:nvSpPr>
        <p:spPr>
          <a:xfrm>
            <a:off x="3819998" y="3311002"/>
            <a:ext cx="42393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자신들의 목표 완주 시간에 따라</a:t>
            </a:r>
          </a:p>
        </p:txBody>
      </p:sp>
      <p:sp>
        <p:nvSpPr>
          <p:cNvPr id="21" name="En"/>
          <p:cNvSpPr/>
          <p:nvPr/>
        </p:nvSpPr>
        <p:spPr>
          <a:xfrm>
            <a:off x="548640" y="3755665"/>
            <a:ext cx="14961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For example,</a:t>
            </a:r>
          </a:p>
        </p:txBody>
      </p:sp>
      <p:sp>
        <p:nvSpPr>
          <p:cNvPr id="22" name="reveal_7_kr"/>
          <p:cNvSpPr/>
          <p:nvPr/>
        </p:nvSpPr>
        <p:spPr>
          <a:xfrm>
            <a:off x="548640" y="4089557"/>
            <a:ext cx="14961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예를 들어</a:t>
            </a:r>
          </a:p>
        </p:txBody>
      </p:sp>
      <p:sp>
        <p:nvSpPr>
          <p:cNvPr id="23" name="Sep"/>
          <p:cNvSpPr/>
          <p:nvPr/>
        </p:nvSpPr>
        <p:spPr>
          <a:xfrm>
            <a:off x="2044812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4" name="En"/>
          <p:cNvSpPr/>
          <p:nvPr/>
        </p:nvSpPr>
        <p:spPr>
          <a:xfrm>
            <a:off x="2272605" y="3755665"/>
            <a:ext cx="391018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if a runner wants to finish the race</a:t>
            </a:r>
          </a:p>
        </p:txBody>
      </p:sp>
      <p:sp>
        <p:nvSpPr>
          <p:cNvPr id="25" name="reveal_8_kr"/>
          <p:cNvSpPr/>
          <p:nvPr/>
        </p:nvSpPr>
        <p:spPr>
          <a:xfrm>
            <a:off x="2272605" y="4089557"/>
            <a:ext cx="391018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한 선수가 경주를 마치고 싶다면</a:t>
            </a:r>
          </a:p>
        </p:txBody>
      </p:sp>
      <p:sp>
        <p:nvSpPr>
          <p:cNvPr id="26" name="Sep"/>
          <p:cNvSpPr/>
          <p:nvPr/>
        </p:nvSpPr>
        <p:spPr>
          <a:xfrm>
            <a:off x="6182792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6410585" y="3755665"/>
            <a:ext cx="16196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four hours,</a:t>
            </a:r>
          </a:p>
        </p:txBody>
      </p:sp>
      <p:sp>
        <p:nvSpPr>
          <p:cNvPr id="28" name="reveal_9_kr"/>
          <p:cNvSpPr/>
          <p:nvPr/>
        </p:nvSpPr>
        <p:spPr>
          <a:xfrm>
            <a:off x="6410585" y="4089557"/>
            <a:ext cx="16196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4시간 안에</a:t>
            </a:r>
          </a:p>
        </p:txBody>
      </p:sp>
      <p:sp>
        <p:nvSpPr>
          <p:cNvPr id="29" name="En"/>
          <p:cNvSpPr/>
          <p:nvPr/>
        </p:nvSpPr>
        <p:spPr>
          <a:xfrm>
            <a:off x="548640" y="4424220"/>
            <a:ext cx="47880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runner will follow the four‑hour pacer.</a:t>
            </a:r>
          </a:p>
        </p:txBody>
      </p:sp>
      <p:sp>
        <p:nvSpPr>
          <p:cNvPr id="30" name="reveal_10_kr"/>
          <p:cNvSpPr/>
          <p:nvPr/>
        </p:nvSpPr>
        <p:spPr>
          <a:xfrm>
            <a:off x="548640" y="4758112"/>
            <a:ext cx="47880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 선수는 4시간 페이서를 따라갈 것이다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7" grpId="0" animBg="1"/>
      <p:bldP spid="20" grpId="0" animBg="1"/>
      <p:bldP spid="22" grpId="0" animBg="1"/>
      <p:bldP spid="25" grpId="0" animBg="1"/>
      <p:bldP spid="28" grpId="0" animBg="1"/>
      <p:bldP spid="30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L5-2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43948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Since the pacer keeps track of the time,</a:t>
            </a:r>
          </a:p>
        </p:txBody>
      </p:sp>
      <p:sp>
        <p:nvSpPr>
          <p:cNvPr id="7" name="reveal_11_kr"/>
          <p:cNvSpPr/>
          <p:nvPr/>
        </p:nvSpPr>
        <p:spPr>
          <a:xfrm>
            <a:off x="548640" y="1753892"/>
            <a:ext cx="43948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페이서가 시간을 계속 파악하기 때문에</a:t>
            </a:r>
          </a:p>
        </p:txBody>
      </p:sp>
      <p:sp>
        <p:nvSpPr>
          <p:cNvPr id="8" name="Sep"/>
          <p:cNvSpPr/>
          <p:nvPr/>
        </p:nvSpPr>
        <p:spPr>
          <a:xfrm>
            <a:off x="4943460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5171253" y="1420000"/>
            <a:ext cx="411135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runner can achieve his or her goal</a:t>
            </a:r>
          </a:p>
        </p:txBody>
      </p:sp>
      <p:sp>
        <p:nvSpPr>
          <p:cNvPr id="10" name="reveal_12_kr"/>
          <p:cNvSpPr/>
          <p:nvPr/>
        </p:nvSpPr>
        <p:spPr>
          <a:xfrm>
            <a:off x="5171253" y="1753892"/>
            <a:ext cx="411135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선수는 자신의 목표를 달성할 수 있다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088555"/>
            <a:ext cx="28540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of finishing the marathon</a:t>
            </a:r>
          </a:p>
        </p:txBody>
      </p:sp>
      <p:sp>
        <p:nvSpPr>
          <p:cNvPr id="12" name="reveal_13_kr"/>
          <p:cNvSpPr/>
          <p:nvPr/>
        </p:nvSpPr>
        <p:spPr>
          <a:xfrm>
            <a:off x="548640" y="2422447"/>
            <a:ext cx="28540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마라톤을 완주하려는</a:t>
            </a:r>
          </a:p>
        </p:txBody>
      </p:sp>
      <p:sp>
        <p:nvSpPr>
          <p:cNvPr id="13" name="Sep"/>
          <p:cNvSpPr/>
          <p:nvPr/>
        </p:nvSpPr>
        <p:spPr>
          <a:xfrm>
            <a:off x="3402696" y="208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3630489" y="2088555"/>
            <a:ext cx="22825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a particular time</a:t>
            </a:r>
          </a:p>
        </p:txBody>
      </p:sp>
      <p:sp>
        <p:nvSpPr>
          <p:cNvPr id="15" name="reveal_14_kr"/>
          <p:cNvSpPr/>
          <p:nvPr/>
        </p:nvSpPr>
        <p:spPr>
          <a:xfrm>
            <a:off x="3630489" y="2422447"/>
            <a:ext cx="22825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특정 시간 안에</a:t>
            </a:r>
          </a:p>
        </p:txBody>
      </p:sp>
      <p:sp>
        <p:nvSpPr>
          <p:cNvPr id="16" name="Sep"/>
          <p:cNvSpPr/>
          <p:nvPr/>
        </p:nvSpPr>
        <p:spPr>
          <a:xfrm>
            <a:off x="5913045" y="208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6140838" y="2088555"/>
            <a:ext cx="14687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more easily.</a:t>
            </a:r>
          </a:p>
        </p:txBody>
      </p:sp>
      <p:sp>
        <p:nvSpPr>
          <p:cNvPr id="18" name="reveal_15_kr"/>
          <p:cNvSpPr/>
          <p:nvPr/>
        </p:nvSpPr>
        <p:spPr>
          <a:xfrm>
            <a:off x="6140838" y="2422447"/>
            <a:ext cx="14687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더 쉽게</a:t>
            </a:r>
          </a:p>
        </p:txBody>
      </p:sp>
      <p:sp>
        <p:nvSpPr>
          <p:cNvPr id="19" name="En"/>
          <p:cNvSpPr/>
          <p:nvPr/>
        </p:nvSpPr>
        <p:spPr>
          <a:xfrm>
            <a:off x="548640" y="2867110"/>
            <a:ext cx="112584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short,</a:t>
            </a:r>
          </a:p>
        </p:txBody>
      </p:sp>
      <p:sp>
        <p:nvSpPr>
          <p:cNvPr id="20" name="reveal_16_kr"/>
          <p:cNvSpPr/>
          <p:nvPr/>
        </p:nvSpPr>
        <p:spPr>
          <a:xfrm>
            <a:off x="548640" y="3201002"/>
            <a:ext cx="112584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요컨대</a:t>
            </a:r>
          </a:p>
        </p:txBody>
      </p:sp>
      <p:sp>
        <p:nvSpPr>
          <p:cNvPr id="21" name="Sep"/>
          <p:cNvSpPr/>
          <p:nvPr/>
        </p:nvSpPr>
        <p:spPr>
          <a:xfrm>
            <a:off x="1674480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2" name="En"/>
          <p:cNvSpPr/>
          <p:nvPr/>
        </p:nvSpPr>
        <p:spPr>
          <a:xfrm>
            <a:off x="1902273" y="2867110"/>
            <a:ext cx="172100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pacers run</a:t>
            </a:r>
          </a:p>
        </p:txBody>
      </p:sp>
      <p:sp>
        <p:nvSpPr>
          <p:cNvPr id="23" name="reveal_17_kr"/>
          <p:cNvSpPr/>
          <p:nvPr/>
        </p:nvSpPr>
        <p:spPr>
          <a:xfrm>
            <a:off x="1902273" y="3201002"/>
            <a:ext cx="172100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페이서들은 달린다</a:t>
            </a:r>
          </a:p>
        </p:txBody>
      </p:sp>
      <p:sp>
        <p:nvSpPr>
          <p:cNvPr id="24" name="Sep"/>
          <p:cNvSpPr/>
          <p:nvPr/>
        </p:nvSpPr>
        <p:spPr>
          <a:xfrm>
            <a:off x="3623273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5" name="En"/>
          <p:cNvSpPr/>
          <p:nvPr/>
        </p:nvSpPr>
        <p:spPr>
          <a:xfrm>
            <a:off x="3851066" y="2867110"/>
            <a:ext cx="367777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but they don’t run to win.</a:t>
            </a:r>
          </a:p>
        </p:txBody>
      </p:sp>
      <p:sp>
        <p:nvSpPr>
          <p:cNvPr id="26" name="reveal_18_kr"/>
          <p:cNvSpPr/>
          <p:nvPr/>
        </p:nvSpPr>
        <p:spPr>
          <a:xfrm>
            <a:off x="3851066" y="3201002"/>
            <a:ext cx="367777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하지만 우승하기 위해 달리는 것은 아니다</a:t>
            </a:r>
          </a:p>
        </p:txBody>
      </p:sp>
      <p:sp>
        <p:nvSpPr>
          <p:cNvPr id="27" name="En"/>
          <p:cNvSpPr/>
          <p:nvPr/>
        </p:nvSpPr>
        <p:spPr>
          <a:xfrm>
            <a:off x="548640" y="3645665"/>
            <a:ext cx="285020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They run for others.</a:t>
            </a:r>
          </a:p>
        </p:txBody>
      </p:sp>
      <p:sp>
        <p:nvSpPr>
          <p:cNvPr id="28" name="reveal_19_kr"/>
          <p:cNvSpPr/>
          <p:nvPr/>
        </p:nvSpPr>
        <p:spPr>
          <a:xfrm>
            <a:off x="548640" y="3979557"/>
            <a:ext cx="285020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그들은 다른 이들을 위해 달린다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8" grpId="0" animBg="1"/>
      <p:bldP spid="20" grpId="0" animBg="1"/>
      <p:bldP spid="23" grpId="0" animBg="1"/>
      <p:bldP spid="26" grpId="0" animBg="1"/>
      <p:bldP spid="2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L5-3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423022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You may only see the car and the driver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423022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당신은 자동차와 레이서만 볼지도 모른다</a:t>
            </a:r>
          </a:p>
        </p:txBody>
      </p:sp>
      <p:sp>
        <p:nvSpPr>
          <p:cNvPr id="8" name="Sep"/>
          <p:cNvSpPr/>
          <p:nvPr/>
        </p:nvSpPr>
        <p:spPr>
          <a:xfrm>
            <a:off x="4778867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5006660" y="1420000"/>
            <a:ext cx="25111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during most car races,</a:t>
            </a:r>
          </a:p>
        </p:txBody>
      </p:sp>
      <p:sp>
        <p:nvSpPr>
          <p:cNvPr id="10" name="reveal_2_kr"/>
          <p:cNvSpPr/>
          <p:nvPr/>
        </p:nvSpPr>
        <p:spPr>
          <a:xfrm>
            <a:off x="5006660" y="1753892"/>
            <a:ext cx="25111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대부분의 자동차 경주에서</a:t>
            </a:r>
          </a:p>
        </p:txBody>
      </p:sp>
      <p:sp>
        <p:nvSpPr>
          <p:cNvPr id="11" name="Sep"/>
          <p:cNvSpPr/>
          <p:nvPr/>
        </p:nvSpPr>
        <p:spPr>
          <a:xfrm>
            <a:off x="7517816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7745609" y="1420000"/>
            <a:ext cx="21179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but there is a team</a:t>
            </a:r>
          </a:p>
        </p:txBody>
      </p:sp>
      <p:sp>
        <p:nvSpPr>
          <p:cNvPr id="13" name="reveal_3_kr"/>
          <p:cNvSpPr/>
          <p:nvPr/>
        </p:nvSpPr>
        <p:spPr>
          <a:xfrm>
            <a:off x="7745609" y="1753892"/>
            <a:ext cx="21179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하지만 팀이 있다</a:t>
            </a:r>
          </a:p>
        </p:txBody>
      </p:sp>
      <p:sp>
        <p:nvSpPr>
          <p:cNvPr id="14" name="En"/>
          <p:cNvSpPr/>
          <p:nvPr/>
        </p:nvSpPr>
        <p:spPr>
          <a:xfrm>
            <a:off x="548640" y="2088555"/>
            <a:ext cx="207681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behind the driver.</a:t>
            </a:r>
          </a:p>
        </p:txBody>
      </p:sp>
      <p:sp>
        <p:nvSpPr>
          <p:cNvPr id="15" name="reveal_4_kr"/>
          <p:cNvSpPr/>
          <p:nvPr/>
        </p:nvSpPr>
        <p:spPr>
          <a:xfrm>
            <a:off x="548640" y="2422447"/>
            <a:ext cx="207681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레이서 뒤에는</a:t>
            </a:r>
          </a:p>
        </p:txBody>
      </p:sp>
      <p:sp>
        <p:nvSpPr>
          <p:cNvPr id="16" name="En"/>
          <p:cNvSpPr/>
          <p:nvPr/>
        </p:nvSpPr>
        <p:spPr>
          <a:xfrm>
            <a:off x="548640" y="2867110"/>
            <a:ext cx="344384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This team is called a pit crew.</a:t>
            </a:r>
          </a:p>
        </p:txBody>
      </p:sp>
      <p:sp>
        <p:nvSpPr>
          <p:cNvPr id="17" name="reveal_5_kr"/>
          <p:cNvSpPr/>
          <p:nvPr/>
        </p:nvSpPr>
        <p:spPr>
          <a:xfrm>
            <a:off x="548640" y="3201002"/>
            <a:ext cx="344384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이 팀은 피트 크루라고 불린다</a:t>
            </a:r>
          </a:p>
        </p:txBody>
      </p:sp>
      <p:sp>
        <p:nvSpPr>
          <p:cNvPr id="18" name="En"/>
          <p:cNvSpPr/>
          <p:nvPr/>
        </p:nvSpPr>
        <p:spPr>
          <a:xfrm>
            <a:off x="548640" y="3645665"/>
            <a:ext cx="17750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 pit is a place</a:t>
            </a:r>
          </a:p>
        </p:txBody>
      </p:sp>
      <p:sp>
        <p:nvSpPr>
          <p:cNvPr id="19" name="reveal_6_kr"/>
          <p:cNvSpPr/>
          <p:nvPr/>
        </p:nvSpPr>
        <p:spPr>
          <a:xfrm>
            <a:off x="548640" y="3979557"/>
            <a:ext cx="17750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피트는 장소이다</a:t>
            </a:r>
          </a:p>
        </p:txBody>
      </p:sp>
      <p:sp>
        <p:nvSpPr>
          <p:cNvPr id="20" name="Sep"/>
          <p:cNvSpPr/>
          <p:nvPr/>
        </p:nvSpPr>
        <p:spPr>
          <a:xfrm>
            <a:off x="2323704" y="364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1" name="En"/>
          <p:cNvSpPr/>
          <p:nvPr/>
        </p:nvSpPr>
        <p:spPr>
          <a:xfrm>
            <a:off x="2551497" y="3645665"/>
            <a:ext cx="32472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on the side of the race track,</a:t>
            </a:r>
          </a:p>
        </p:txBody>
      </p:sp>
      <p:sp>
        <p:nvSpPr>
          <p:cNvPr id="22" name="reveal_7_kr"/>
          <p:cNvSpPr/>
          <p:nvPr/>
        </p:nvSpPr>
        <p:spPr>
          <a:xfrm>
            <a:off x="2551497" y="3979557"/>
            <a:ext cx="32472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경주 트랙의 옆에 있는</a:t>
            </a:r>
          </a:p>
        </p:txBody>
      </p:sp>
      <p:sp>
        <p:nvSpPr>
          <p:cNvPr id="23" name="Sep"/>
          <p:cNvSpPr/>
          <p:nvPr/>
        </p:nvSpPr>
        <p:spPr>
          <a:xfrm>
            <a:off x="5798745" y="364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4" name="En"/>
          <p:cNvSpPr/>
          <p:nvPr/>
        </p:nvSpPr>
        <p:spPr>
          <a:xfrm>
            <a:off x="6026538" y="3645665"/>
            <a:ext cx="318278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drivers stop there</a:t>
            </a:r>
          </a:p>
        </p:txBody>
      </p:sp>
      <p:sp>
        <p:nvSpPr>
          <p:cNvPr id="25" name="reveal_8_kr"/>
          <p:cNvSpPr/>
          <p:nvPr/>
        </p:nvSpPr>
        <p:spPr>
          <a:xfrm>
            <a:off x="6026538" y="3979557"/>
            <a:ext cx="318278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레이서들은 그곳에 정지한다</a:t>
            </a:r>
          </a:p>
        </p:txBody>
      </p:sp>
      <p:sp>
        <p:nvSpPr>
          <p:cNvPr id="26" name="En"/>
          <p:cNvSpPr/>
          <p:nvPr/>
        </p:nvSpPr>
        <p:spPr>
          <a:xfrm>
            <a:off x="548640" y="4314220"/>
            <a:ext cx="314666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several times during a race.</a:t>
            </a:r>
          </a:p>
        </p:txBody>
      </p:sp>
      <p:sp>
        <p:nvSpPr>
          <p:cNvPr id="27" name="reveal_9_kr"/>
          <p:cNvSpPr/>
          <p:nvPr/>
        </p:nvSpPr>
        <p:spPr>
          <a:xfrm>
            <a:off x="548640" y="4648112"/>
            <a:ext cx="314666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경주 도중에 여러 번</a:t>
            </a:r>
          </a:p>
        </p:txBody>
      </p:sp>
      <p:sp>
        <p:nvSpPr>
          <p:cNvPr id="28" name="En"/>
          <p:cNvSpPr/>
          <p:nvPr/>
        </p:nvSpPr>
        <p:spPr>
          <a:xfrm>
            <a:off x="548640" y="5092775"/>
            <a:ext cx="310094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main job of the pit crew</a:t>
            </a:r>
          </a:p>
        </p:txBody>
      </p:sp>
      <p:sp>
        <p:nvSpPr>
          <p:cNvPr id="29" name="reveal_10_kr"/>
          <p:cNvSpPr/>
          <p:nvPr/>
        </p:nvSpPr>
        <p:spPr>
          <a:xfrm>
            <a:off x="548640" y="5426667"/>
            <a:ext cx="310094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피트 크루의 주요 역할은</a:t>
            </a:r>
          </a:p>
        </p:txBody>
      </p:sp>
      <p:sp>
        <p:nvSpPr>
          <p:cNvPr id="30" name="Sep"/>
          <p:cNvSpPr/>
          <p:nvPr/>
        </p:nvSpPr>
        <p:spPr>
          <a:xfrm>
            <a:off x="3649583" y="509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1" name="En"/>
          <p:cNvSpPr/>
          <p:nvPr/>
        </p:nvSpPr>
        <p:spPr>
          <a:xfrm>
            <a:off x="3877376" y="5092775"/>
            <a:ext cx="23552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is to check the car</a:t>
            </a:r>
          </a:p>
        </p:txBody>
      </p:sp>
      <p:sp>
        <p:nvSpPr>
          <p:cNvPr id="32" name="reveal_11_kr"/>
          <p:cNvSpPr/>
          <p:nvPr/>
        </p:nvSpPr>
        <p:spPr>
          <a:xfrm>
            <a:off x="3877376" y="5426667"/>
            <a:ext cx="23552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자동차를 점검하는 것이다</a:t>
            </a:r>
          </a:p>
        </p:txBody>
      </p:sp>
      <p:sp>
        <p:nvSpPr>
          <p:cNvPr id="33" name="Sep"/>
          <p:cNvSpPr/>
          <p:nvPr/>
        </p:nvSpPr>
        <p:spPr>
          <a:xfrm>
            <a:off x="6232588" y="509277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4" name="En"/>
          <p:cNvSpPr/>
          <p:nvPr/>
        </p:nvSpPr>
        <p:spPr>
          <a:xfrm>
            <a:off x="6460381" y="5092775"/>
            <a:ext cx="260271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change the tires.</a:t>
            </a:r>
          </a:p>
        </p:txBody>
      </p:sp>
      <p:sp>
        <p:nvSpPr>
          <p:cNvPr id="35" name="reveal_12_kr"/>
          <p:cNvSpPr/>
          <p:nvPr/>
        </p:nvSpPr>
        <p:spPr>
          <a:xfrm>
            <a:off x="6460381" y="5426667"/>
            <a:ext cx="260271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타이어를 교체하는 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  <p:bldP spid="17" grpId="0" animBg="1"/>
      <p:bldP spid="19" grpId="0" animBg="1"/>
      <p:bldP spid="22" grpId="0" animBg="1"/>
      <p:bldP spid="25" grpId="0" animBg="1"/>
      <p:bldP spid="27" grpId="0" animBg="1"/>
      <p:bldP spid="29" grpId="0" animBg="1"/>
      <p:bldP spid="32" grpId="0" animBg="1"/>
      <p:bldP spid="35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L5-3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472400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Changing the tires is especially important</a:t>
            </a:r>
          </a:p>
        </p:txBody>
      </p:sp>
      <p:sp>
        <p:nvSpPr>
          <p:cNvPr id="7" name="reveal_13_kr"/>
          <p:cNvSpPr/>
          <p:nvPr/>
        </p:nvSpPr>
        <p:spPr>
          <a:xfrm>
            <a:off x="548640" y="1753892"/>
            <a:ext cx="472400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타이어를 교체하는 것은 특히 중요하다</a:t>
            </a:r>
          </a:p>
        </p:txBody>
      </p:sp>
      <p:sp>
        <p:nvSpPr>
          <p:cNvPr id="8" name="Sep"/>
          <p:cNvSpPr/>
          <p:nvPr/>
        </p:nvSpPr>
        <p:spPr>
          <a:xfrm>
            <a:off x="5272643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5500436" y="1420000"/>
            <a:ext cx="3667871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because the tires wear out easily</a:t>
            </a:r>
          </a:p>
        </p:txBody>
      </p:sp>
      <p:sp>
        <p:nvSpPr>
          <p:cNvPr id="10" name="reveal_14_kr"/>
          <p:cNvSpPr/>
          <p:nvPr/>
        </p:nvSpPr>
        <p:spPr>
          <a:xfrm>
            <a:off x="5500436" y="1753892"/>
            <a:ext cx="3667871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타이어가 쉽게 마모되기 때문에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088555"/>
            <a:ext cx="231913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a high speed race.</a:t>
            </a:r>
          </a:p>
        </p:txBody>
      </p:sp>
      <p:sp>
        <p:nvSpPr>
          <p:cNvPr id="12" name="reveal_15_kr"/>
          <p:cNvSpPr/>
          <p:nvPr/>
        </p:nvSpPr>
        <p:spPr>
          <a:xfrm>
            <a:off x="548640" y="2422447"/>
            <a:ext cx="231913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빠른 속도의 경주에서는</a:t>
            </a:r>
          </a:p>
        </p:txBody>
      </p:sp>
      <p:sp>
        <p:nvSpPr>
          <p:cNvPr id="13" name="En"/>
          <p:cNvSpPr/>
          <p:nvPr/>
        </p:nvSpPr>
        <p:spPr>
          <a:xfrm>
            <a:off x="548640" y="2867110"/>
            <a:ext cx="426680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 pit stop can be as short as 2 seconds,</a:t>
            </a:r>
          </a:p>
        </p:txBody>
      </p:sp>
      <p:sp>
        <p:nvSpPr>
          <p:cNvPr id="14" name="reveal_16_kr"/>
          <p:cNvSpPr/>
          <p:nvPr/>
        </p:nvSpPr>
        <p:spPr>
          <a:xfrm>
            <a:off x="548640" y="3201002"/>
            <a:ext cx="426680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피트 정지는 짧게는 2초가 될 수 있다</a:t>
            </a:r>
          </a:p>
        </p:txBody>
      </p:sp>
      <p:sp>
        <p:nvSpPr>
          <p:cNvPr id="15" name="Sep"/>
          <p:cNvSpPr/>
          <p:nvPr/>
        </p:nvSpPr>
        <p:spPr>
          <a:xfrm>
            <a:off x="4815443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6" name="En"/>
          <p:cNvSpPr/>
          <p:nvPr/>
        </p:nvSpPr>
        <p:spPr>
          <a:xfrm>
            <a:off x="5043236" y="2867110"/>
            <a:ext cx="3850751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there are as many as 20 members</a:t>
            </a:r>
          </a:p>
        </p:txBody>
      </p:sp>
      <p:sp>
        <p:nvSpPr>
          <p:cNvPr id="17" name="reveal_17_kr"/>
          <p:cNvSpPr/>
          <p:nvPr/>
        </p:nvSpPr>
        <p:spPr>
          <a:xfrm>
            <a:off x="5043236" y="3201002"/>
            <a:ext cx="3850751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많게는 20명의 구성원이 있다</a:t>
            </a:r>
          </a:p>
        </p:txBody>
      </p:sp>
      <p:sp>
        <p:nvSpPr>
          <p:cNvPr id="18" name="Sep"/>
          <p:cNvSpPr/>
          <p:nvPr/>
        </p:nvSpPr>
        <p:spPr>
          <a:xfrm>
            <a:off x="8893987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9" name="En"/>
          <p:cNvSpPr/>
          <p:nvPr/>
        </p:nvSpPr>
        <p:spPr>
          <a:xfrm>
            <a:off x="9121780" y="2867110"/>
            <a:ext cx="11898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on a crew.</a:t>
            </a:r>
          </a:p>
        </p:txBody>
      </p:sp>
      <p:sp>
        <p:nvSpPr>
          <p:cNvPr id="20" name="reveal_18_kr"/>
          <p:cNvSpPr/>
          <p:nvPr/>
        </p:nvSpPr>
        <p:spPr>
          <a:xfrm>
            <a:off x="9121780" y="3201002"/>
            <a:ext cx="11898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한 크루에</a:t>
            </a:r>
          </a:p>
        </p:txBody>
      </p:sp>
      <p:sp>
        <p:nvSpPr>
          <p:cNvPr id="21" name="En"/>
          <p:cNvSpPr/>
          <p:nvPr/>
        </p:nvSpPr>
        <p:spPr>
          <a:xfrm>
            <a:off x="548640" y="3645665"/>
            <a:ext cx="129043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Therefore,</a:t>
            </a:r>
          </a:p>
        </p:txBody>
      </p:sp>
      <p:sp>
        <p:nvSpPr>
          <p:cNvPr id="22" name="reveal_19_kr"/>
          <p:cNvSpPr/>
          <p:nvPr/>
        </p:nvSpPr>
        <p:spPr>
          <a:xfrm>
            <a:off x="548640" y="3979557"/>
            <a:ext cx="129043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그러므로</a:t>
            </a:r>
          </a:p>
        </p:txBody>
      </p:sp>
      <p:sp>
        <p:nvSpPr>
          <p:cNvPr id="23" name="Sep"/>
          <p:cNvSpPr/>
          <p:nvPr/>
        </p:nvSpPr>
        <p:spPr>
          <a:xfrm>
            <a:off x="1839072" y="364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4" name="En"/>
          <p:cNvSpPr/>
          <p:nvPr/>
        </p:nvSpPr>
        <p:spPr>
          <a:xfrm>
            <a:off x="2066865" y="3645665"/>
            <a:ext cx="266660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pit crew has to work</a:t>
            </a:r>
          </a:p>
        </p:txBody>
      </p:sp>
      <p:sp>
        <p:nvSpPr>
          <p:cNvPr id="25" name="reveal_20_kr"/>
          <p:cNvSpPr/>
          <p:nvPr/>
        </p:nvSpPr>
        <p:spPr>
          <a:xfrm>
            <a:off x="2066865" y="3979557"/>
            <a:ext cx="266660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피트 크루는 일해야 한다</a:t>
            </a:r>
          </a:p>
        </p:txBody>
      </p:sp>
      <p:sp>
        <p:nvSpPr>
          <p:cNvPr id="26" name="Sep"/>
          <p:cNvSpPr/>
          <p:nvPr/>
        </p:nvSpPr>
        <p:spPr>
          <a:xfrm>
            <a:off x="4733469" y="364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4961262" y="3645665"/>
            <a:ext cx="2218548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in perfect harmony.</a:t>
            </a:r>
          </a:p>
        </p:txBody>
      </p:sp>
      <p:sp>
        <p:nvSpPr>
          <p:cNvPr id="28" name="reveal_21_kr"/>
          <p:cNvSpPr/>
          <p:nvPr/>
        </p:nvSpPr>
        <p:spPr>
          <a:xfrm>
            <a:off x="4961262" y="3979557"/>
            <a:ext cx="2218548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완벽한 조화를 이루며</a:t>
            </a:r>
          </a:p>
        </p:txBody>
      </p:sp>
      <p:sp>
        <p:nvSpPr>
          <p:cNvPr id="29" name="En"/>
          <p:cNvSpPr/>
          <p:nvPr/>
        </p:nvSpPr>
        <p:spPr>
          <a:xfrm>
            <a:off x="548640" y="4424220"/>
            <a:ext cx="41022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driver may get all the attention,</a:t>
            </a:r>
          </a:p>
        </p:txBody>
      </p:sp>
      <p:sp>
        <p:nvSpPr>
          <p:cNvPr id="30" name="reveal_22_kr"/>
          <p:cNvSpPr/>
          <p:nvPr/>
        </p:nvSpPr>
        <p:spPr>
          <a:xfrm>
            <a:off x="548640" y="4758112"/>
            <a:ext cx="41022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레이서가 모든 주목을 받을지도 모른다</a:t>
            </a:r>
          </a:p>
        </p:txBody>
      </p:sp>
      <p:sp>
        <p:nvSpPr>
          <p:cNvPr id="31" name="Sep"/>
          <p:cNvSpPr/>
          <p:nvPr/>
        </p:nvSpPr>
        <p:spPr>
          <a:xfrm>
            <a:off x="4650852" y="442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2" name="En"/>
          <p:cNvSpPr/>
          <p:nvPr/>
        </p:nvSpPr>
        <p:spPr>
          <a:xfrm>
            <a:off x="4878645" y="4424220"/>
            <a:ext cx="235521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but as people say,</a:t>
            </a:r>
          </a:p>
        </p:txBody>
      </p:sp>
      <p:sp>
        <p:nvSpPr>
          <p:cNvPr id="33" name="reveal_23_kr"/>
          <p:cNvSpPr/>
          <p:nvPr/>
        </p:nvSpPr>
        <p:spPr>
          <a:xfrm>
            <a:off x="4878645" y="4758112"/>
            <a:ext cx="235521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하지만 사람들이 말하듯이</a:t>
            </a:r>
          </a:p>
        </p:txBody>
      </p:sp>
      <p:sp>
        <p:nvSpPr>
          <p:cNvPr id="34" name="Sep"/>
          <p:cNvSpPr/>
          <p:nvPr/>
        </p:nvSpPr>
        <p:spPr>
          <a:xfrm>
            <a:off x="7233857" y="442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5" name="En"/>
          <p:cNvSpPr/>
          <p:nvPr/>
        </p:nvSpPr>
        <p:spPr>
          <a:xfrm>
            <a:off x="7461650" y="4424220"/>
            <a:ext cx="3472819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“Races are won in the pits.”</a:t>
            </a:r>
          </a:p>
        </p:txBody>
      </p:sp>
      <p:sp>
        <p:nvSpPr>
          <p:cNvPr id="36" name="reveal_24_kr"/>
          <p:cNvSpPr/>
          <p:nvPr/>
        </p:nvSpPr>
        <p:spPr>
          <a:xfrm>
            <a:off x="7461650" y="4758112"/>
            <a:ext cx="3472819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“경주의 우승은 피트에서 이루어진다.”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4" grpId="0" animBg="1"/>
      <p:bldP spid="17" grpId="0" animBg="1"/>
      <p:bldP spid="20" grpId="0" animBg="1"/>
      <p:bldP spid="22" grpId="0" animBg="1"/>
      <p:bldP spid="25" grpId="0" animBg="1"/>
      <p:bldP spid="28" grpId="0" animBg="1"/>
      <p:bldP spid="30" grpId="0" animBg="1"/>
      <p:bldP spid="33" grpId="0" animBg="1"/>
      <p:bldP spid="36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L5-4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496174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word Sherpa comes from the Sherpa tribe,</a:t>
            </a:r>
          </a:p>
        </p:txBody>
      </p:sp>
      <p:sp>
        <p:nvSpPr>
          <p:cNvPr id="7" name="reveal_1_kr"/>
          <p:cNvSpPr/>
          <p:nvPr/>
        </p:nvSpPr>
        <p:spPr>
          <a:xfrm>
            <a:off x="548640" y="1753892"/>
            <a:ext cx="496174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Sherpa라는 단어는 셰르파족에서 유래한다</a:t>
            </a:r>
          </a:p>
        </p:txBody>
      </p:sp>
      <p:sp>
        <p:nvSpPr>
          <p:cNvPr id="8" name="Sep"/>
          <p:cNvSpPr/>
          <p:nvPr/>
        </p:nvSpPr>
        <p:spPr>
          <a:xfrm>
            <a:off x="5510387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5738180" y="1420000"/>
            <a:ext cx="45091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which lives in the eastern part of Nepal.</a:t>
            </a:r>
          </a:p>
        </p:txBody>
      </p:sp>
      <p:sp>
        <p:nvSpPr>
          <p:cNvPr id="10" name="reveal_2_kr"/>
          <p:cNvSpPr/>
          <p:nvPr/>
        </p:nvSpPr>
        <p:spPr>
          <a:xfrm>
            <a:off x="5738180" y="1753892"/>
            <a:ext cx="45091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그런데 그들은 네팔의 동쪽 지역에 산다</a:t>
            </a:r>
          </a:p>
        </p:txBody>
      </p:sp>
      <p:sp>
        <p:nvSpPr>
          <p:cNvPr id="11" name="En"/>
          <p:cNvSpPr/>
          <p:nvPr/>
        </p:nvSpPr>
        <p:spPr>
          <a:xfrm>
            <a:off x="548640" y="2198555"/>
            <a:ext cx="3745595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Sherpas have good climbing skills</a:t>
            </a:r>
          </a:p>
        </p:txBody>
      </p:sp>
      <p:sp>
        <p:nvSpPr>
          <p:cNvPr id="12" name="reveal_3_kr"/>
          <p:cNvSpPr/>
          <p:nvPr/>
        </p:nvSpPr>
        <p:spPr>
          <a:xfrm>
            <a:off x="548640" y="2532447"/>
            <a:ext cx="3745595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셰르파는 훌륭한 등반 기술을 가지고 있다</a:t>
            </a:r>
          </a:p>
        </p:txBody>
      </p:sp>
      <p:sp>
        <p:nvSpPr>
          <p:cNvPr id="13" name="Sep"/>
          <p:cNvSpPr/>
          <p:nvPr/>
        </p:nvSpPr>
        <p:spPr>
          <a:xfrm>
            <a:off x="4294235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4" name="En"/>
          <p:cNvSpPr/>
          <p:nvPr/>
        </p:nvSpPr>
        <p:spPr>
          <a:xfrm>
            <a:off x="4522028" y="2198555"/>
            <a:ext cx="502118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know their way around the mountains well.</a:t>
            </a:r>
          </a:p>
        </p:txBody>
      </p:sp>
      <p:sp>
        <p:nvSpPr>
          <p:cNvPr id="15" name="reveal_4_kr"/>
          <p:cNvSpPr/>
          <p:nvPr/>
        </p:nvSpPr>
        <p:spPr>
          <a:xfrm>
            <a:off x="4522028" y="2532447"/>
            <a:ext cx="502118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산의 지리를 잘 안다</a:t>
            </a:r>
          </a:p>
        </p:txBody>
      </p:sp>
      <p:sp>
        <p:nvSpPr>
          <p:cNvPr id="16" name="En"/>
          <p:cNvSpPr/>
          <p:nvPr/>
        </p:nvSpPr>
        <p:spPr>
          <a:xfrm>
            <a:off x="548640" y="2977110"/>
            <a:ext cx="46965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They also have little difficulty breathing</a:t>
            </a:r>
          </a:p>
        </p:txBody>
      </p:sp>
      <p:sp>
        <p:nvSpPr>
          <p:cNvPr id="17" name="reveal_5_kr"/>
          <p:cNvSpPr/>
          <p:nvPr/>
        </p:nvSpPr>
        <p:spPr>
          <a:xfrm>
            <a:off x="548640" y="3311002"/>
            <a:ext cx="46965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그들은 또한 호흡하는 데 어려움이 거의 없다</a:t>
            </a:r>
          </a:p>
        </p:txBody>
      </p:sp>
      <p:sp>
        <p:nvSpPr>
          <p:cNvPr id="18" name="Sep"/>
          <p:cNvSpPr/>
          <p:nvPr/>
        </p:nvSpPr>
        <p:spPr>
          <a:xfrm>
            <a:off x="5245212" y="297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9" name="En"/>
          <p:cNvSpPr/>
          <p:nvPr/>
        </p:nvSpPr>
        <p:spPr>
          <a:xfrm>
            <a:off x="5473005" y="2977110"/>
            <a:ext cx="280376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high up in the mountains.</a:t>
            </a:r>
          </a:p>
        </p:txBody>
      </p:sp>
      <p:sp>
        <p:nvSpPr>
          <p:cNvPr id="20" name="reveal_6_kr"/>
          <p:cNvSpPr/>
          <p:nvPr/>
        </p:nvSpPr>
        <p:spPr>
          <a:xfrm>
            <a:off x="5473005" y="3311002"/>
            <a:ext cx="280376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산의 높은 곳에서</a:t>
            </a:r>
          </a:p>
        </p:txBody>
      </p:sp>
      <p:sp>
        <p:nvSpPr>
          <p:cNvPr id="21" name="En"/>
          <p:cNvSpPr/>
          <p:nvPr/>
        </p:nvSpPr>
        <p:spPr>
          <a:xfrm>
            <a:off x="548640" y="3755665"/>
            <a:ext cx="129043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Therefore,</a:t>
            </a:r>
          </a:p>
        </p:txBody>
      </p:sp>
      <p:sp>
        <p:nvSpPr>
          <p:cNvPr id="22" name="reveal_7_kr"/>
          <p:cNvSpPr/>
          <p:nvPr/>
        </p:nvSpPr>
        <p:spPr>
          <a:xfrm>
            <a:off x="548640" y="4089557"/>
            <a:ext cx="129043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그래서</a:t>
            </a:r>
          </a:p>
        </p:txBody>
      </p:sp>
      <p:sp>
        <p:nvSpPr>
          <p:cNvPr id="23" name="Sep"/>
          <p:cNvSpPr/>
          <p:nvPr/>
        </p:nvSpPr>
        <p:spPr>
          <a:xfrm>
            <a:off x="1839072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4" name="En"/>
          <p:cNvSpPr/>
          <p:nvPr/>
        </p:nvSpPr>
        <p:spPr>
          <a:xfrm>
            <a:off x="2066865" y="3755665"/>
            <a:ext cx="463713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mountain climbers started to hire Sherpas</a:t>
            </a:r>
          </a:p>
        </p:txBody>
      </p:sp>
      <p:sp>
        <p:nvSpPr>
          <p:cNvPr id="25" name="reveal_8_kr"/>
          <p:cNvSpPr/>
          <p:nvPr/>
        </p:nvSpPr>
        <p:spPr>
          <a:xfrm>
            <a:off x="2066865" y="4089557"/>
            <a:ext cx="463713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등산가들은 셰르파를 고용하기 시작했다</a:t>
            </a:r>
          </a:p>
        </p:txBody>
      </p:sp>
      <p:sp>
        <p:nvSpPr>
          <p:cNvPr id="26" name="Sep"/>
          <p:cNvSpPr/>
          <p:nvPr/>
        </p:nvSpPr>
        <p:spPr>
          <a:xfrm>
            <a:off x="6704001" y="375566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7" name="En"/>
          <p:cNvSpPr/>
          <p:nvPr/>
        </p:nvSpPr>
        <p:spPr>
          <a:xfrm>
            <a:off x="6931794" y="3755665"/>
            <a:ext cx="420371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to help them climb Mount Everest.</a:t>
            </a:r>
          </a:p>
        </p:txBody>
      </p:sp>
      <p:sp>
        <p:nvSpPr>
          <p:cNvPr id="28" name="reveal_9_kr"/>
          <p:cNvSpPr/>
          <p:nvPr/>
        </p:nvSpPr>
        <p:spPr>
          <a:xfrm>
            <a:off x="6931794" y="4089557"/>
            <a:ext cx="420371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자신들이 에베레스트산을 등반하는 것을 돕도록</a:t>
            </a:r>
          </a:p>
        </p:txBody>
      </p:sp>
      <p:sp>
        <p:nvSpPr>
          <p:cNvPr id="29" name="En"/>
          <p:cNvSpPr/>
          <p:nvPr/>
        </p:nvSpPr>
        <p:spPr>
          <a:xfrm>
            <a:off x="548640" y="4534220"/>
            <a:ext cx="3480420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Sherpas lead mountain climbers</a:t>
            </a:r>
          </a:p>
        </p:txBody>
      </p:sp>
      <p:sp>
        <p:nvSpPr>
          <p:cNvPr id="30" name="reveal_10_kr"/>
          <p:cNvSpPr/>
          <p:nvPr/>
        </p:nvSpPr>
        <p:spPr>
          <a:xfrm>
            <a:off x="548640" y="4868112"/>
            <a:ext cx="3480420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셰르파는 등산가들을 이끈다</a:t>
            </a:r>
          </a:p>
        </p:txBody>
      </p:sp>
      <p:sp>
        <p:nvSpPr>
          <p:cNvPr id="31" name="Sep"/>
          <p:cNvSpPr/>
          <p:nvPr/>
        </p:nvSpPr>
        <p:spPr>
          <a:xfrm>
            <a:off x="4029060" y="453422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32" name="En"/>
          <p:cNvSpPr/>
          <p:nvPr/>
        </p:nvSpPr>
        <p:spPr>
          <a:xfrm>
            <a:off x="4256853" y="4534220"/>
            <a:ext cx="29820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to the top of the mountain.</a:t>
            </a:r>
          </a:p>
        </p:txBody>
      </p:sp>
      <p:sp>
        <p:nvSpPr>
          <p:cNvPr id="33" name="reveal_11_kr"/>
          <p:cNvSpPr/>
          <p:nvPr/>
        </p:nvSpPr>
        <p:spPr>
          <a:xfrm>
            <a:off x="4256853" y="4868112"/>
            <a:ext cx="29820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산 정상까지</a:t>
            </a:r>
          </a:p>
        </p:txBody>
      </p:sp>
      <p:sp>
        <p:nvSpPr>
          <p:cNvPr id="34" name="En"/>
          <p:cNvSpPr/>
          <p:nvPr/>
        </p:nvSpPr>
        <p:spPr>
          <a:xfrm>
            <a:off x="548640" y="5312775"/>
            <a:ext cx="3978767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They support climbers in many ways.</a:t>
            </a:r>
          </a:p>
        </p:txBody>
      </p:sp>
      <p:sp>
        <p:nvSpPr>
          <p:cNvPr id="35" name="reveal_12_kr"/>
          <p:cNvSpPr/>
          <p:nvPr/>
        </p:nvSpPr>
        <p:spPr>
          <a:xfrm>
            <a:off x="548640" y="5646667"/>
            <a:ext cx="3978767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그들은 여러 방식으로 등산가들을 지원한다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5" grpId="0" animBg="1"/>
      <p:bldP spid="17" grpId="0" animBg="1"/>
      <p:bldP spid="20" grpId="0" animBg="1"/>
      <p:bldP spid="22" grpId="0" animBg="1"/>
      <p:bldP spid="25" grpId="0" animBg="1"/>
      <p:bldP spid="28" grpId="0" animBg="1"/>
      <p:bldP spid="30" grpId="0" animBg="1"/>
      <p:bldP spid="33" grpId="0" animBg="1"/>
      <p:bldP spid="35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dge"/>
          <p:cNvSpPr/>
          <p:nvPr/>
        </p:nvSpPr>
        <p:spPr>
          <a:xfrm>
            <a:off x="548640" y="411480"/>
            <a:ext cx="11887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  <a:ea typeface="맑은 고딕"/>
              </a:rPr>
              <a:t>L5-4</a:t>
            </a:r>
          </a:p>
        </p:txBody>
      </p:sp>
      <p:sp>
        <p:nvSpPr>
          <p:cNvPr id="3" name="Rectangle 2"/>
          <p:cNvSpPr/>
          <p:nvPr/>
        </p:nvSpPr>
        <p:spPr>
          <a:xfrm>
            <a:off x="1920240" y="411480"/>
            <a:ext cx="9720072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2400" b="1">
                <a:solidFill>
                  <a:srgbClr val="1E2761"/>
                </a:solidFill>
                <a:latin typeface="Calibri"/>
                <a:ea typeface="맑은 고딕"/>
              </a:rPr>
              <a:t>본문 구문독해 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0">
                <a:solidFill>
                  <a:srgbClr val="8A8A8A"/>
                </a:solidFill>
                <a:latin typeface="Calibri"/>
                <a:ea typeface="맑은 고딕"/>
              </a:rPr>
              <a:t>동아(윤) 중3 · 시지중 3학년 기말고사 범위 · Lesson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050" b="0">
                <a:solidFill>
                  <a:srgbClr val="8A8A8A"/>
                </a:solidFill>
                <a:latin typeface="Calibri"/>
                <a:ea typeface="맑은 고딕"/>
              </a:rPr>
              <a:t>클릭할 때마다 구문 해석이 왼쪽부터 순서대로 하나씩 날아옵니다</a:t>
            </a:r>
          </a:p>
        </p:txBody>
      </p:sp>
      <p:sp>
        <p:nvSpPr>
          <p:cNvPr id="6" name="En"/>
          <p:cNvSpPr/>
          <p:nvPr/>
        </p:nvSpPr>
        <p:spPr>
          <a:xfrm>
            <a:off x="548640" y="1420000"/>
            <a:ext cx="14961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For example,</a:t>
            </a:r>
          </a:p>
        </p:txBody>
      </p:sp>
      <p:sp>
        <p:nvSpPr>
          <p:cNvPr id="7" name="reveal_13_kr"/>
          <p:cNvSpPr/>
          <p:nvPr/>
        </p:nvSpPr>
        <p:spPr>
          <a:xfrm>
            <a:off x="548640" y="1753892"/>
            <a:ext cx="14961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예를 들어</a:t>
            </a:r>
          </a:p>
        </p:txBody>
      </p:sp>
      <p:sp>
        <p:nvSpPr>
          <p:cNvPr id="8" name="Sep"/>
          <p:cNvSpPr/>
          <p:nvPr/>
        </p:nvSpPr>
        <p:spPr>
          <a:xfrm>
            <a:off x="2044812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9" name="En"/>
          <p:cNvSpPr/>
          <p:nvPr/>
        </p:nvSpPr>
        <p:spPr>
          <a:xfrm>
            <a:off x="2272605" y="1420000"/>
            <a:ext cx="1912224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they put up tents</a:t>
            </a:r>
          </a:p>
        </p:txBody>
      </p:sp>
      <p:sp>
        <p:nvSpPr>
          <p:cNvPr id="10" name="reveal_14_kr"/>
          <p:cNvSpPr/>
          <p:nvPr/>
        </p:nvSpPr>
        <p:spPr>
          <a:xfrm>
            <a:off x="2272605" y="1753892"/>
            <a:ext cx="1912224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그들은 텐트를 친다</a:t>
            </a:r>
          </a:p>
        </p:txBody>
      </p:sp>
      <p:sp>
        <p:nvSpPr>
          <p:cNvPr id="11" name="Sep"/>
          <p:cNvSpPr/>
          <p:nvPr/>
        </p:nvSpPr>
        <p:spPr>
          <a:xfrm>
            <a:off x="4184829" y="142000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2" name="En"/>
          <p:cNvSpPr/>
          <p:nvPr/>
        </p:nvSpPr>
        <p:spPr>
          <a:xfrm>
            <a:off x="4412622" y="1420000"/>
            <a:ext cx="318278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and carry climbers’ bags.</a:t>
            </a:r>
          </a:p>
        </p:txBody>
      </p:sp>
      <p:sp>
        <p:nvSpPr>
          <p:cNvPr id="13" name="reveal_15_kr"/>
          <p:cNvSpPr/>
          <p:nvPr/>
        </p:nvSpPr>
        <p:spPr>
          <a:xfrm>
            <a:off x="4412622" y="1753892"/>
            <a:ext cx="318278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그리고 등산가들의 가방을 운반한다</a:t>
            </a:r>
          </a:p>
        </p:txBody>
      </p:sp>
      <p:sp>
        <p:nvSpPr>
          <p:cNvPr id="14" name="En"/>
          <p:cNvSpPr/>
          <p:nvPr/>
        </p:nvSpPr>
        <p:spPr>
          <a:xfrm>
            <a:off x="548640" y="2198555"/>
            <a:ext cx="27397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Sherpas are often called</a:t>
            </a:r>
          </a:p>
        </p:txBody>
      </p:sp>
      <p:sp>
        <p:nvSpPr>
          <p:cNvPr id="15" name="reveal_16_kr"/>
          <p:cNvSpPr/>
          <p:nvPr/>
        </p:nvSpPr>
        <p:spPr>
          <a:xfrm>
            <a:off x="548640" y="2532447"/>
            <a:ext cx="27397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셰르파는 종종 불린다</a:t>
            </a:r>
          </a:p>
        </p:txBody>
      </p:sp>
      <p:sp>
        <p:nvSpPr>
          <p:cNvPr id="16" name="Sep"/>
          <p:cNvSpPr/>
          <p:nvPr/>
        </p:nvSpPr>
        <p:spPr>
          <a:xfrm>
            <a:off x="3288396" y="2198555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17" name="En"/>
          <p:cNvSpPr/>
          <p:nvPr/>
        </p:nvSpPr>
        <p:spPr>
          <a:xfrm>
            <a:off x="3516189" y="2198555"/>
            <a:ext cx="415250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the invisible people of Mount Everest</a:t>
            </a:r>
          </a:p>
        </p:txBody>
      </p:sp>
      <p:sp>
        <p:nvSpPr>
          <p:cNvPr id="18" name="reveal_17_kr"/>
          <p:cNvSpPr/>
          <p:nvPr/>
        </p:nvSpPr>
        <p:spPr>
          <a:xfrm>
            <a:off x="3516189" y="2532447"/>
            <a:ext cx="4152503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에베레스트산의 보이지 않는 사람들이라고</a:t>
            </a:r>
          </a:p>
        </p:txBody>
      </p:sp>
      <p:sp>
        <p:nvSpPr>
          <p:cNvPr id="19" name="En"/>
          <p:cNvSpPr/>
          <p:nvPr/>
        </p:nvSpPr>
        <p:spPr>
          <a:xfrm>
            <a:off x="548640" y="2867110"/>
            <a:ext cx="406449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because people often see a picture</a:t>
            </a:r>
          </a:p>
        </p:txBody>
      </p:sp>
      <p:sp>
        <p:nvSpPr>
          <p:cNvPr id="20" name="reveal_18_kr"/>
          <p:cNvSpPr/>
          <p:nvPr/>
        </p:nvSpPr>
        <p:spPr>
          <a:xfrm>
            <a:off x="548640" y="3201002"/>
            <a:ext cx="406449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왜냐하면 사람들은 흔히 사진을 보기 때문이다</a:t>
            </a:r>
          </a:p>
        </p:txBody>
      </p:sp>
      <p:sp>
        <p:nvSpPr>
          <p:cNvPr id="21" name="Sep"/>
          <p:cNvSpPr/>
          <p:nvPr/>
        </p:nvSpPr>
        <p:spPr>
          <a:xfrm>
            <a:off x="4613132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2" name="En"/>
          <p:cNvSpPr/>
          <p:nvPr/>
        </p:nvSpPr>
        <p:spPr>
          <a:xfrm>
            <a:off x="4840925" y="2867110"/>
            <a:ext cx="2282556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of only the climbers</a:t>
            </a:r>
          </a:p>
        </p:txBody>
      </p:sp>
      <p:sp>
        <p:nvSpPr>
          <p:cNvPr id="23" name="reveal_19_kr"/>
          <p:cNvSpPr/>
          <p:nvPr/>
        </p:nvSpPr>
        <p:spPr>
          <a:xfrm>
            <a:off x="4840925" y="3201002"/>
            <a:ext cx="2282556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등산가들만 찍힌</a:t>
            </a:r>
          </a:p>
        </p:txBody>
      </p:sp>
      <p:sp>
        <p:nvSpPr>
          <p:cNvPr id="24" name="Sep"/>
          <p:cNvSpPr/>
          <p:nvPr/>
        </p:nvSpPr>
        <p:spPr>
          <a:xfrm>
            <a:off x="7123481" y="2867110"/>
            <a:ext cx="227793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A9B4D6"/>
                </a:solidFill>
                <a:latin typeface="Calibri"/>
                <a:ea typeface="맑은 고딕"/>
              </a:rPr>
              <a:t>/</a:t>
            </a:r>
          </a:p>
        </p:txBody>
      </p:sp>
      <p:sp>
        <p:nvSpPr>
          <p:cNvPr id="25" name="En"/>
          <p:cNvSpPr/>
          <p:nvPr/>
        </p:nvSpPr>
        <p:spPr>
          <a:xfrm>
            <a:off x="7351274" y="2867110"/>
            <a:ext cx="2982072" cy="2788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  <a:ea typeface="맑은 고딕"/>
              </a:rPr>
              <a:t>at the top of the mountain.</a:t>
            </a:r>
          </a:p>
        </p:txBody>
      </p:sp>
      <p:sp>
        <p:nvSpPr>
          <p:cNvPr id="26" name="reveal_20_kr"/>
          <p:cNvSpPr/>
          <p:nvPr/>
        </p:nvSpPr>
        <p:spPr>
          <a:xfrm>
            <a:off x="7351274" y="3201002"/>
            <a:ext cx="2982072" cy="22466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450" b="0">
                <a:solidFill>
                  <a:srgbClr val="C0392B"/>
                </a:solidFill>
                <a:latin typeface="맑은 고딕"/>
                <a:ea typeface="맑은 고딕"/>
              </a:rPr>
              <a:t>산 정상에서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  <p:bldP spid="18" grpId="0" animBg="1"/>
      <p:bldP spid="20" grpId="0" animBg="1"/>
      <p:bldP spid="23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